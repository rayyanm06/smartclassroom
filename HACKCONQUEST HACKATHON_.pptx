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Pierson Bold" charset="1" panose="00000000000000000000"/>
      <p:regular r:id="rId14"/>
    </p:embeddedFont>
    <p:embeddedFont>
      <p:font typeface="The Seasons Bold" charset="1" panose="00000000000000000000"/>
      <p:regular r:id="rId15"/>
    </p:embeddedFont>
    <p:embeddedFont>
      <p:font typeface="Garamond" charset="1" panose="02020404030301010803"/>
      <p:regular r:id="rId16"/>
    </p:embeddedFont>
    <p:embeddedFont>
      <p:font typeface="Muli" charset="1" panose="00000500000000000000"/>
      <p:regular r:id="rId17"/>
    </p:embeddedFont>
    <p:embeddedFont>
      <p:font typeface="Garamond Bold" charset="1" panose="02020804030307010803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jpeg" Type="http://schemas.openxmlformats.org/officeDocument/2006/relationships/image"/><Relationship Id="rId5" Target="../media/image4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BFBFB">
                <a:alpha val="100000"/>
              </a:srgbClr>
            </a:gs>
            <a:gs pos="33333">
              <a:srgbClr val="F1F1F1">
                <a:alpha val="66500"/>
              </a:srgbClr>
            </a:gs>
            <a:gs pos="66667">
              <a:srgbClr val="E9E9E9">
                <a:alpha val="67000"/>
              </a:srgbClr>
            </a:gs>
            <a:gs pos="100000">
              <a:srgbClr val="E0E1E3">
                <a:alpha val="25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39392">
            <a:off x="-5599131" y="-3928144"/>
            <a:ext cx="29486263" cy="18143288"/>
            <a:chOff x="0" y="0"/>
            <a:chExt cx="39315017" cy="24191051"/>
          </a:xfrm>
        </p:grpSpPr>
        <p:sp>
          <p:nvSpPr>
            <p:cNvPr name="Freeform 3" id="3"/>
            <p:cNvSpPr/>
            <p:nvPr/>
          </p:nvSpPr>
          <p:spPr>
            <a:xfrm flipH="false" flipV="true" rot="0">
              <a:off x="10693806" y="890869"/>
              <a:ext cx="13700313" cy="12738888"/>
            </a:xfrm>
            <a:custGeom>
              <a:avLst/>
              <a:gdLst/>
              <a:ahLst/>
              <a:cxnLst/>
              <a:rect r="r" b="b" t="t" l="l"/>
              <a:pathLst>
                <a:path h="12738888" w="13700313">
                  <a:moveTo>
                    <a:pt x="0" y="12738888"/>
                  </a:moveTo>
                  <a:lnTo>
                    <a:pt x="13700313" y="12738888"/>
                  </a:lnTo>
                  <a:lnTo>
                    <a:pt x="13700313" y="0"/>
                  </a:lnTo>
                  <a:lnTo>
                    <a:pt x="0" y="0"/>
                  </a:lnTo>
                  <a:lnTo>
                    <a:pt x="0" y="12738888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true" rot="0">
              <a:off x="21387611" y="0"/>
              <a:ext cx="13700313" cy="12738888"/>
            </a:xfrm>
            <a:custGeom>
              <a:avLst/>
              <a:gdLst/>
              <a:ahLst/>
              <a:cxnLst/>
              <a:rect r="r" b="b" t="t" l="l"/>
              <a:pathLst>
                <a:path h="12738888" w="13700313">
                  <a:moveTo>
                    <a:pt x="0" y="12738888"/>
                  </a:moveTo>
                  <a:lnTo>
                    <a:pt x="13700314" y="12738888"/>
                  </a:lnTo>
                  <a:lnTo>
                    <a:pt x="13700314" y="0"/>
                  </a:lnTo>
                  <a:lnTo>
                    <a:pt x="0" y="0"/>
                  </a:lnTo>
                  <a:lnTo>
                    <a:pt x="0" y="12738888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true" flipV="false" rot="0">
              <a:off x="25614703" y="9670425"/>
              <a:ext cx="13700313" cy="12738888"/>
            </a:xfrm>
            <a:custGeom>
              <a:avLst/>
              <a:gdLst/>
              <a:ahLst/>
              <a:cxnLst/>
              <a:rect r="r" b="b" t="t" l="l"/>
              <a:pathLst>
                <a:path h="12738888" w="13700313">
                  <a:moveTo>
                    <a:pt x="13700314" y="0"/>
                  </a:moveTo>
                  <a:lnTo>
                    <a:pt x="0" y="0"/>
                  </a:lnTo>
                  <a:lnTo>
                    <a:pt x="0" y="12738888"/>
                  </a:lnTo>
                  <a:lnTo>
                    <a:pt x="13700314" y="12738888"/>
                  </a:lnTo>
                  <a:lnTo>
                    <a:pt x="13700314" y="0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true" flipV="false" rot="0">
              <a:off x="14920898" y="10561294"/>
              <a:ext cx="13700313" cy="12738888"/>
            </a:xfrm>
            <a:custGeom>
              <a:avLst/>
              <a:gdLst/>
              <a:ahLst/>
              <a:cxnLst/>
              <a:rect r="r" b="b" t="t" l="l"/>
              <a:pathLst>
                <a:path h="12738888" w="13700313">
                  <a:moveTo>
                    <a:pt x="13700313" y="0"/>
                  </a:moveTo>
                  <a:lnTo>
                    <a:pt x="0" y="0"/>
                  </a:lnTo>
                  <a:lnTo>
                    <a:pt x="0" y="12738888"/>
                  </a:lnTo>
                  <a:lnTo>
                    <a:pt x="13700313" y="12738888"/>
                  </a:lnTo>
                  <a:lnTo>
                    <a:pt x="13700313" y="0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true" rot="0">
              <a:off x="0" y="1781739"/>
              <a:ext cx="13700313" cy="12738888"/>
            </a:xfrm>
            <a:custGeom>
              <a:avLst/>
              <a:gdLst/>
              <a:ahLst/>
              <a:cxnLst/>
              <a:rect r="r" b="b" t="t" l="l"/>
              <a:pathLst>
                <a:path h="12738888" w="13700313">
                  <a:moveTo>
                    <a:pt x="0" y="12738888"/>
                  </a:moveTo>
                  <a:lnTo>
                    <a:pt x="13700313" y="12738888"/>
                  </a:lnTo>
                  <a:lnTo>
                    <a:pt x="13700313" y="0"/>
                  </a:lnTo>
                  <a:lnTo>
                    <a:pt x="0" y="0"/>
                  </a:lnTo>
                  <a:lnTo>
                    <a:pt x="0" y="12738888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true" flipV="false" rot="0">
              <a:off x="4227092" y="11452163"/>
              <a:ext cx="13700313" cy="12738888"/>
            </a:xfrm>
            <a:custGeom>
              <a:avLst/>
              <a:gdLst/>
              <a:ahLst/>
              <a:cxnLst/>
              <a:rect r="r" b="b" t="t" l="l"/>
              <a:pathLst>
                <a:path h="12738888" w="13700313">
                  <a:moveTo>
                    <a:pt x="13700313" y="0"/>
                  </a:moveTo>
                  <a:lnTo>
                    <a:pt x="0" y="0"/>
                  </a:lnTo>
                  <a:lnTo>
                    <a:pt x="0" y="12738888"/>
                  </a:lnTo>
                  <a:lnTo>
                    <a:pt x="13700313" y="12738888"/>
                  </a:lnTo>
                  <a:lnTo>
                    <a:pt x="13700313" y="0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399053" y="360263"/>
            <a:ext cx="17630466" cy="9566473"/>
            <a:chOff x="0" y="0"/>
            <a:chExt cx="23507288" cy="12755298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7832412"/>
              <a:ext cx="63500" cy="4922886"/>
              <a:chOff x="0" y="0"/>
              <a:chExt cx="12543" cy="972422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12543" cy="972422"/>
              </a:xfrm>
              <a:custGeom>
                <a:avLst/>
                <a:gdLst/>
                <a:ahLst/>
                <a:cxnLst/>
                <a:rect r="r" b="b" t="t" l="l"/>
                <a:pathLst>
                  <a:path h="972422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972422"/>
                    </a:lnTo>
                    <a:lnTo>
                      <a:pt x="0" y="972422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38100"/>
                <a:ext cx="12543" cy="101052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3" id="13"/>
            <p:cNvGrpSpPr/>
            <p:nvPr/>
          </p:nvGrpSpPr>
          <p:grpSpPr>
            <a:xfrm rot="-5400000">
              <a:off x="6920832" y="5834466"/>
              <a:ext cx="63500" cy="13778164"/>
              <a:chOff x="0" y="0"/>
              <a:chExt cx="12543" cy="2721613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12543" cy="2721613"/>
              </a:xfrm>
              <a:custGeom>
                <a:avLst/>
                <a:gdLst/>
                <a:ahLst/>
                <a:cxnLst/>
                <a:rect r="r" b="b" t="t" l="l"/>
                <a:pathLst>
                  <a:path h="2721613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2721613"/>
                    </a:lnTo>
                    <a:lnTo>
                      <a:pt x="0" y="2721613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38100"/>
                <a:ext cx="12543" cy="275971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6" id="16"/>
            <p:cNvGrpSpPr/>
            <p:nvPr/>
          </p:nvGrpSpPr>
          <p:grpSpPr>
            <a:xfrm rot="-10800000">
              <a:off x="23443788" y="0"/>
              <a:ext cx="63500" cy="4922886"/>
              <a:chOff x="0" y="0"/>
              <a:chExt cx="12543" cy="972422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12543" cy="972422"/>
              </a:xfrm>
              <a:custGeom>
                <a:avLst/>
                <a:gdLst/>
                <a:ahLst/>
                <a:cxnLst/>
                <a:rect r="r" b="b" t="t" l="l"/>
                <a:pathLst>
                  <a:path h="972422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972422"/>
                    </a:lnTo>
                    <a:lnTo>
                      <a:pt x="0" y="972422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38100"/>
                <a:ext cx="12543" cy="101052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9" id="19"/>
            <p:cNvGrpSpPr/>
            <p:nvPr/>
          </p:nvGrpSpPr>
          <p:grpSpPr>
            <a:xfrm rot="5400000">
              <a:off x="16522956" y="-6857332"/>
              <a:ext cx="63500" cy="13778164"/>
              <a:chOff x="0" y="0"/>
              <a:chExt cx="12543" cy="2721613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12543" cy="2721613"/>
              </a:xfrm>
              <a:custGeom>
                <a:avLst/>
                <a:gdLst/>
                <a:ahLst/>
                <a:cxnLst/>
                <a:rect r="r" b="b" t="t" l="l"/>
                <a:pathLst>
                  <a:path h="2721613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2721613"/>
                    </a:lnTo>
                    <a:lnTo>
                      <a:pt x="0" y="2721613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38100"/>
                <a:ext cx="12543" cy="275971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2" id="22"/>
            <p:cNvGrpSpPr/>
            <p:nvPr/>
          </p:nvGrpSpPr>
          <p:grpSpPr>
            <a:xfrm rot="0">
              <a:off x="486556" y="10672525"/>
              <a:ext cx="63500" cy="1669468"/>
              <a:chOff x="0" y="0"/>
              <a:chExt cx="12543" cy="329771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12543" cy="329771"/>
              </a:xfrm>
              <a:custGeom>
                <a:avLst/>
                <a:gdLst/>
                <a:ahLst/>
                <a:cxnLst/>
                <a:rect r="r" b="b" t="t" l="l"/>
                <a:pathLst>
                  <a:path h="329771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329771"/>
                    </a:lnTo>
                    <a:lnTo>
                      <a:pt x="0" y="329771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-38100"/>
                <a:ext cx="12543" cy="36787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5" id="25"/>
            <p:cNvGrpSpPr/>
            <p:nvPr/>
          </p:nvGrpSpPr>
          <p:grpSpPr>
            <a:xfrm rot="-5400000">
              <a:off x="3304817" y="9486262"/>
              <a:ext cx="63500" cy="5647961"/>
              <a:chOff x="0" y="0"/>
              <a:chExt cx="12543" cy="1115647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12543" cy="1115647"/>
              </a:xfrm>
              <a:custGeom>
                <a:avLst/>
                <a:gdLst/>
                <a:ahLst/>
                <a:cxnLst/>
                <a:rect r="r" b="b" t="t" l="l"/>
                <a:pathLst>
                  <a:path h="1115647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1115647"/>
                    </a:lnTo>
                    <a:lnTo>
                      <a:pt x="0" y="1115647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0" y="-38100"/>
                <a:ext cx="12543" cy="115374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grpSp>
        <p:nvGrpSpPr>
          <p:cNvPr name="Group 28" id="28"/>
          <p:cNvGrpSpPr/>
          <p:nvPr/>
        </p:nvGrpSpPr>
        <p:grpSpPr>
          <a:xfrm rot="0">
            <a:off x="12803055" y="4137633"/>
            <a:ext cx="7442351" cy="7080653"/>
            <a:chOff x="0" y="0"/>
            <a:chExt cx="9923135" cy="9440871"/>
          </a:xfrm>
        </p:grpSpPr>
        <p:grpSp>
          <p:nvGrpSpPr>
            <p:cNvPr name="Group 29" id="29"/>
            <p:cNvGrpSpPr/>
            <p:nvPr/>
          </p:nvGrpSpPr>
          <p:grpSpPr>
            <a:xfrm rot="-9976119">
              <a:off x="3967903" y="3239787"/>
              <a:ext cx="4106879" cy="4289407"/>
              <a:chOff x="0" y="0"/>
              <a:chExt cx="571500" cy="596900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571500" cy="596900"/>
              </a:xfrm>
              <a:custGeom>
                <a:avLst/>
                <a:gdLst/>
                <a:ahLst/>
                <a:cxnLst/>
                <a:rect r="r" b="b" t="t" l="l"/>
                <a:pathLst>
                  <a:path h="596900" w="571500">
                    <a:moveTo>
                      <a:pt x="571500" y="596900"/>
                    </a:moveTo>
                    <a:lnTo>
                      <a:pt x="0" y="596900"/>
                    </a:lnTo>
                    <a:lnTo>
                      <a:pt x="0" y="0"/>
                    </a:lnTo>
                    <a:lnTo>
                      <a:pt x="571500" y="596900"/>
                    </a:lnTo>
                    <a:close/>
                  </a:path>
                </a:pathLst>
              </a:custGeom>
              <a:solidFill>
                <a:srgbClr val="2867BD"/>
              </a:solidFill>
            </p:spPr>
          </p:sp>
          <p:sp>
            <p:nvSpPr>
              <p:cNvPr name="TextBox 31" id="31"/>
              <p:cNvSpPr txBox="true"/>
              <p:nvPr/>
            </p:nvSpPr>
            <p:spPr>
              <a:xfrm>
                <a:off x="0" y="260350"/>
                <a:ext cx="285750" cy="335280"/>
              </a:xfrm>
              <a:prstGeom prst="rect">
                <a:avLst/>
              </a:prstGeom>
            </p:spPr>
            <p:txBody>
              <a:bodyPr anchor="ctr" rtlCol="false" tIns="52956" lIns="52956" bIns="52956" rIns="52956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32" id="32"/>
            <p:cNvGrpSpPr/>
            <p:nvPr/>
          </p:nvGrpSpPr>
          <p:grpSpPr>
            <a:xfrm rot="-10800000">
              <a:off x="3876639" y="5687640"/>
              <a:ext cx="4289407" cy="3753231"/>
              <a:chOff x="0" y="0"/>
              <a:chExt cx="812800" cy="711200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812800" cy="711200"/>
              </a:xfrm>
              <a:custGeom>
                <a:avLst/>
                <a:gdLst/>
                <a:ahLst/>
                <a:cxnLst/>
                <a:rect r="r" b="b" t="t" l="l"/>
                <a:pathLst>
                  <a:path h="711200" w="812800">
                    <a:moveTo>
                      <a:pt x="406400" y="711200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11200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34" id="34"/>
              <p:cNvSpPr txBox="true"/>
              <p:nvPr/>
            </p:nvSpPr>
            <p:spPr>
              <a:xfrm>
                <a:off x="127000" y="12700"/>
                <a:ext cx="558800" cy="368300"/>
              </a:xfrm>
              <a:prstGeom prst="rect">
                <a:avLst/>
              </a:prstGeom>
            </p:spPr>
            <p:txBody>
              <a:bodyPr anchor="ctr" rtlCol="false" tIns="52956" lIns="52956" bIns="52956" rIns="52956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35" id="35"/>
            <p:cNvGrpSpPr/>
            <p:nvPr/>
          </p:nvGrpSpPr>
          <p:grpSpPr>
            <a:xfrm rot="-10800000">
              <a:off x="5633729" y="0"/>
              <a:ext cx="4289407" cy="3753231"/>
              <a:chOff x="0" y="0"/>
              <a:chExt cx="812800" cy="711200"/>
            </a:xfrm>
          </p:grpSpPr>
          <p:sp>
            <p:nvSpPr>
              <p:cNvPr name="Freeform 36" id="36"/>
              <p:cNvSpPr/>
              <p:nvPr/>
            </p:nvSpPr>
            <p:spPr>
              <a:xfrm flipH="false" flipV="false" rot="0">
                <a:off x="0" y="0"/>
                <a:ext cx="812800" cy="711200"/>
              </a:xfrm>
              <a:custGeom>
                <a:avLst/>
                <a:gdLst/>
                <a:ahLst/>
                <a:cxnLst/>
                <a:rect r="r" b="b" t="t" l="l"/>
                <a:pathLst>
                  <a:path h="711200" w="812800">
                    <a:moveTo>
                      <a:pt x="406400" y="711200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11200"/>
                    </a:lnTo>
                    <a:close/>
                  </a:path>
                </a:pathLst>
              </a:custGeom>
              <a:solidFill>
                <a:srgbClr val="3E526A"/>
              </a:solidFill>
            </p:spPr>
          </p:sp>
          <p:sp>
            <p:nvSpPr>
              <p:cNvPr name="TextBox 37" id="37"/>
              <p:cNvSpPr txBox="true"/>
              <p:nvPr/>
            </p:nvSpPr>
            <p:spPr>
              <a:xfrm>
                <a:off x="127000" y="12700"/>
                <a:ext cx="558800" cy="368300"/>
              </a:xfrm>
              <a:prstGeom prst="rect">
                <a:avLst/>
              </a:prstGeom>
            </p:spPr>
            <p:txBody>
              <a:bodyPr anchor="ctr" rtlCol="false" tIns="52956" lIns="52956" bIns="52956" rIns="52956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38" id="38"/>
            <p:cNvGrpSpPr/>
            <p:nvPr/>
          </p:nvGrpSpPr>
          <p:grpSpPr>
            <a:xfrm rot="-10800000">
              <a:off x="0" y="7297660"/>
              <a:ext cx="6021343" cy="1315321"/>
              <a:chOff x="0" y="0"/>
              <a:chExt cx="1140985" cy="249240"/>
            </a:xfrm>
          </p:grpSpPr>
          <p:sp>
            <p:nvSpPr>
              <p:cNvPr name="Freeform 39" id="39"/>
              <p:cNvSpPr/>
              <p:nvPr/>
            </p:nvSpPr>
            <p:spPr>
              <a:xfrm flipH="false" flipV="false" rot="0">
                <a:off x="0" y="0"/>
                <a:ext cx="1140985" cy="249240"/>
              </a:xfrm>
              <a:custGeom>
                <a:avLst/>
                <a:gdLst/>
                <a:ahLst/>
                <a:cxnLst/>
                <a:rect r="r" b="b" t="t" l="l"/>
                <a:pathLst>
                  <a:path h="249240" w="1140985">
                    <a:moveTo>
                      <a:pt x="203200" y="0"/>
                    </a:moveTo>
                    <a:lnTo>
                      <a:pt x="1140985" y="0"/>
                    </a:lnTo>
                    <a:lnTo>
                      <a:pt x="937785" y="249240"/>
                    </a:lnTo>
                    <a:lnTo>
                      <a:pt x="0" y="24924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88A5C4"/>
              </a:solidFill>
            </p:spPr>
          </p:sp>
          <p:sp>
            <p:nvSpPr>
              <p:cNvPr name="TextBox 40" id="40"/>
              <p:cNvSpPr txBox="true"/>
              <p:nvPr/>
            </p:nvSpPr>
            <p:spPr>
              <a:xfrm>
                <a:off x="101600" y="-38100"/>
                <a:ext cx="937785" cy="287340"/>
              </a:xfrm>
              <a:prstGeom prst="rect">
                <a:avLst/>
              </a:prstGeom>
            </p:spPr>
            <p:txBody>
              <a:bodyPr anchor="ctr" rtlCol="false" tIns="52956" lIns="52956" bIns="52956" rIns="52956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41" id="41"/>
            <p:cNvGrpSpPr/>
            <p:nvPr/>
          </p:nvGrpSpPr>
          <p:grpSpPr>
            <a:xfrm rot="-8863024">
              <a:off x="4411262" y="4994167"/>
              <a:ext cx="1017341" cy="1062556"/>
              <a:chOff x="0" y="0"/>
              <a:chExt cx="571500" cy="596900"/>
            </a:xfrm>
          </p:grpSpPr>
          <p:sp>
            <p:nvSpPr>
              <p:cNvPr name="Freeform 42" id="42"/>
              <p:cNvSpPr/>
              <p:nvPr/>
            </p:nvSpPr>
            <p:spPr>
              <a:xfrm flipH="false" flipV="false" rot="0">
                <a:off x="0" y="0"/>
                <a:ext cx="571500" cy="596900"/>
              </a:xfrm>
              <a:custGeom>
                <a:avLst/>
                <a:gdLst/>
                <a:ahLst/>
                <a:cxnLst/>
                <a:rect r="r" b="b" t="t" l="l"/>
                <a:pathLst>
                  <a:path h="596900" w="571500">
                    <a:moveTo>
                      <a:pt x="571500" y="596900"/>
                    </a:moveTo>
                    <a:lnTo>
                      <a:pt x="0" y="596900"/>
                    </a:lnTo>
                    <a:lnTo>
                      <a:pt x="0" y="0"/>
                    </a:lnTo>
                    <a:lnTo>
                      <a:pt x="571500" y="596900"/>
                    </a:lnTo>
                    <a:close/>
                  </a:path>
                </a:pathLst>
              </a:custGeom>
              <a:solidFill>
                <a:srgbClr val="88A5C4"/>
              </a:solidFill>
            </p:spPr>
          </p:sp>
          <p:sp>
            <p:nvSpPr>
              <p:cNvPr name="TextBox 43" id="43"/>
              <p:cNvSpPr txBox="true"/>
              <p:nvPr/>
            </p:nvSpPr>
            <p:spPr>
              <a:xfrm>
                <a:off x="0" y="260350"/>
                <a:ext cx="285750" cy="335280"/>
              </a:xfrm>
              <a:prstGeom prst="rect">
                <a:avLst/>
              </a:prstGeom>
            </p:spPr>
            <p:txBody>
              <a:bodyPr anchor="ctr" rtlCol="false" tIns="52956" lIns="52956" bIns="52956" rIns="52956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44" id="44"/>
            <p:cNvGrpSpPr/>
            <p:nvPr/>
          </p:nvGrpSpPr>
          <p:grpSpPr>
            <a:xfrm rot="6506687">
              <a:off x="861455" y="6491844"/>
              <a:ext cx="693615" cy="724442"/>
              <a:chOff x="0" y="0"/>
              <a:chExt cx="571500" cy="596900"/>
            </a:xfrm>
          </p:grpSpPr>
          <p:sp>
            <p:nvSpPr>
              <p:cNvPr name="Freeform 45" id="45"/>
              <p:cNvSpPr/>
              <p:nvPr/>
            </p:nvSpPr>
            <p:spPr>
              <a:xfrm flipH="false" flipV="false" rot="0">
                <a:off x="0" y="0"/>
                <a:ext cx="571500" cy="596900"/>
              </a:xfrm>
              <a:custGeom>
                <a:avLst/>
                <a:gdLst/>
                <a:ahLst/>
                <a:cxnLst/>
                <a:rect r="r" b="b" t="t" l="l"/>
                <a:pathLst>
                  <a:path h="596900" w="571500">
                    <a:moveTo>
                      <a:pt x="571500" y="596900"/>
                    </a:moveTo>
                    <a:lnTo>
                      <a:pt x="0" y="596900"/>
                    </a:lnTo>
                    <a:lnTo>
                      <a:pt x="0" y="0"/>
                    </a:lnTo>
                    <a:lnTo>
                      <a:pt x="571500" y="596900"/>
                    </a:lnTo>
                    <a:close/>
                  </a:path>
                </a:pathLst>
              </a:custGeom>
              <a:solidFill>
                <a:srgbClr val="16598E"/>
              </a:solidFill>
            </p:spPr>
          </p:sp>
          <p:sp>
            <p:nvSpPr>
              <p:cNvPr name="TextBox 46" id="46"/>
              <p:cNvSpPr txBox="true"/>
              <p:nvPr/>
            </p:nvSpPr>
            <p:spPr>
              <a:xfrm>
                <a:off x="0" y="260350"/>
                <a:ext cx="285750" cy="335280"/>
              </a:xfrm>
              <a:prstGeom prst="rect">
                <a:avLst/>
              </a:prstGeom>
            </p:spPr>
            <p:txBody>
              <a:bodyPr anchor="ctr" rtlCol="false" tIns="52956" lIns="52956" bIns="52956" rIns="52956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</p:grpSp>
      <p:grpSp>
        <p:nvGrpSpPr>
          <p:cNvPr name="Group 47" id="47"/>
          <p:cNvGrpSpPr/>
          <p:nvPr/>
        </p:nvGrpSpPr>
        <p:grpSpPr>
          <a:xfrm rot="0">
            <a:off x="-2429292" y="-2307693"/>
            <a:ext cx="7442351" cy="7080653"/>
            <a:chOff x="0" y="0"/>
            <a:chExt cx="9923135" cy="9440871"/>
          </a:xfrm>
        </p:grpSpPr>
        <p:grpSp>
          <p:nvGrpSpPr>
            <p:cNvPr name="Group 48" id="48"/>
            <p:cNvGrpSpPr/>
            <p:nvPr/>
          </p:nvGrpSpPr>
          <p:grpSpPr>
            <a:xfrm rot="823880">
              <a:off x="1848353" y="1911678"/>
              <a:ext cx="4106879" cy="4289407"/>
              <a:chOff x="0" y="0"/>
              <a:chExt cx="571500" cy="596900"/>
            </a:xfrm>
          </p:grpSpPr>
          <p:sp>
            <p:nvSpPr>
              <p:cNvPr name="Freeform 49" id="49"/>
              <p:cNvSpPr/>
              <p:nvPr/>
            </p:nvSpPr>
            <p:spPr>
              <a:xfrm flipH="false" flipV="false" rot="0">
                <a:off x="0" y="0"/>
                <a:ext cx="571500" cy="596900"/>
              </a:xfrm>
              <a:custGeom>
                <a:avLst/>
                <a:gdLst/>
                <a:ahLst/>
                <a:cxnLst/>
                <a:rect r="r" b="b" t="t" l="l"/>
                <a:pathLst>
                  <a:path h="596900" w="571500">
                    <a:moveTo>
                      <a:pt x="571500" y="596900"/>
                    </a:moveTo>
                    <a:lnTo>
                      <a:pt x="0" y="596900"/>
                    </a:lnTo>
                    <a:lnTo>
                      <a:pt x="0" y="0"/>
                    </a:lnTo>
                    <a:lnTo>
                      <a:pt x="571500" y="596900"/>
                    </a:lnTo>
                    <a:close/>
                  </a:path>
                </a:pathLst>
              </a:custGeom>
              <a:solidFill>
                <a:srgbClr val="A5B4C7"/>
              </a:solidFill>
            </p:spPr>
          </p:sp>
          <p:sp>
            <p:nvSpPr>
              <p:cNvPr name="TextBox 50" id="50"/>
              <p:cNvSpPr txBox="true"/>
              <p:nvPr/>
            </p:nvSpPr>
            <p:spPr>
              <a:xfrm>
                <a:off x="0" y="260350"/>
                <a:ext cx="285750" cy="335280"/>
              </a:xfrm>
              <a:prstGeom prst="rect">
                <a:avLst/>
              </a:prstGeom>
            </p:spPr>
            <p:txBody>
              <a:bodyPr anchor="ctr" rtlCol="false" tIns="52956" lIns="52956" bIns="52956" rIns="52956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51" id="51"/>
            <p:cNvGrpSpPr/>
            <p:nvPr/>
          </p:nvGrpSpPr>
          <p:grpSpPr>
            <a:xfrm rot="0">
              <a:off x="1757089" y="0"/>
              <a:ext cx="4289407" cy="3753231"/>
              <a:chOff x="0" y="0"/>
              <a:chExt cx="812800" cy="711200"/>
            </a:xfrm>
          </p:grpSpPr>
          <p:sp>
            <p:nvSpPr>
              <p:cNvPr name="Freeform 52" id="52"/>
              <p:cNvSpPr/>
              <p:nvPr/>
            </p:nvSpPr>
            <p:spPr>
              <a:xfrm flipH="false" flipV="false" rot="0">
                <a:off x="0" y="0"/>
                <a:ext cx="812800" cy="711200"/>
              </a:xfrm>
              <a:custGeom>
                <a:avLst/>
                <a:gdLst/>
                <a:ahLst/>
                <a:cxnLst/>
                <a:rect r="r" b="b" t="t" l="l"/>
                <a:pathLst>
                  <a:path h="711200" w="812800">
                    <a:moveTo>
                      <a:pt x="406400" y="711200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11200"/>
                    </a:lnTo>
                    <a:close/>
                  </a:path>
                </a:pathLst>
              </a:custGeom>
              <a:solidFill>
                <a:srgbClr val="2867BD"/>
              </a:solidFill>
            </p:spPr>
          </p:sp>
          <p:sp>
            <p:nvSpPr>
              <p:cNvPr name="TextBox 53" id="53"/>
              <p:cNvSpPr txBox="true"/>
              <p:nvPr/>
            </p:nvSpPr>
            <p:spPr>
              <a:xfrm>
                <a:off x="127000" y="12700"/>
                <a:ext cx="558800" cy="368300"/>
              </a:xfrm>
              <a:prstGeom prst="rect">
                <a:avLst/>
              </a:prstGeom>
            </p:spPr>
            <p:txBody>
              <a:bodyPr anchor="ctr" rtlCol="false" tIns="52956" lIns="52956" bIns="52956" rIns="52956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54" id="54"/>
            <p:cNvGrpSpPr/>
            <p:nvPr/>
          </p:nvGrpSpPr>
          <p:grpSpPr>
            <a:xfrm rot="0">
              <a:off x="0" y="5687640"/>
              <a:ext cx="4289407" cy="3753231"/>
              <a:chOff x="0" y="0"/>
              <a:chExt cx="812800" cy="711200"/>
            </a:xfrm>
          </p:grpSpPr>
          <p:sp>
            <p:nvSpPr>
              <p:cNvPr name="Freeform 55" id="55"/>
              <p:cNvSpPr/>
              <p:nvPr/>
            </p:nvSpPr>
            <p:spPr>
              <a:xfrm flipH="false" flipV="false" rot="0">
                <a:off x="0" y="0"/>
                <a:ext cx="812800" cy="711200"/>
              </a:xfrm>
              <a:custGeom>
                <a:avLst/>
                <a:gdLst/>
                <a:ahLst/>
                <a:cxnLst/>
                <a:rect r="r" b="b" t="t" l="l"/>
                <a:pathLst>
                  <a:path h="711200" w="812800">
                    <a:moveTo>
                      <a:pt x="406400" y="711200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11200"/>
                    </a:lnTo>
                    <a:close/>
                  </a:path>
                </a:pathLst>
              </a:custGeom>
              <a:solidFill>
                <a:srgbClr val="16598E"/>
              </a:solidFill>
            </p:spPr>
          </p:sp>
          <p:sp>
            <p:nvSpPr>
              <p:cNvPr name="TextBox 56" id="56"/>
              <p:cNvSpPr txBox="true"/>
              <p:nvPr/>
            </p:nvSpPr>
            <p:spPr>
              <a:xfrm>
                <a:off x="127000" y="12700"/>
                <a:ext cx="558800" cy="368300"/>
              </a:xfrm>
              <a:prstGeom prst="rect">
                <a:avLst/>
              </a:prstGeom>
            </p:spPr>
            <p:txBody>
              <a:bodyPr anchor="ctr" rtlCol="false" tIns="52956" lIns="52956" bIns="52956" rIns="52956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57" id="57"/>
            <p:cNvGrpSpPr/>
            <p:nvPr/>
          </p:nvGrpSpPr>
          <p:grpSpPr>
            <a:xfrm rot="0">
              <a:off x="3901792" y="827890"/>
              <a:ext cx="6021343" cy="1315321"/>
              <a:chOff x="0" y="0"/>
              <a:chExt cx="1140985" cy="249240"/>
            </a:xfrm>
          </p:grpSpPr>
          <p:sp>
            <p:nvSpPr>
              <p:cNvPr name="Freeform 58" id="58"/>
              <p:cNvSpPr/>
              <p:nvPr/>
            </p:nvSpPr>
            <p:spPr>
              <a:xfrm flipH="false" flipV="false" rot="0">
                <a:off x="0" y="0"/>
                <a:ext cx="1140985" cy="249240"/>
              </a:xfrm>
              <a:custGeom>
                <a:avLst/>
                <a:gdLst/>
                <a:ahLst/>
                <a:cxnLst/>
                <a:rect r="r" b="b" t="t" l="l"/>
                <a:pathLst>
                  <a:path h="249240" w="1140985">
                    <a:moveTo>
                      <a:pt x="203200" y="0"/>
                    </a:moveTo>
                    <a:lnTo>
                      <a:pt x="1140985" y="0"/>
                    </a:lnTo>
                    <a:lnTo>
                      <a:pt x="937785" y="249240"/>
                    </a:lnTo>
                    <a:lnTo>
                      <a:pt x="0" y="24924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88A5C4"/>
              </a:solidFill>
            </p:spPr>
          </p:sp>
          <p:sp>
            <p:nvSpPr>
              <p:cNvPr name="TextBox 59" id="59"/>
              <p:cNvSpPr txBox="true"/>
              <p:nvPr/>
            </p:nvSpPr>
            <p:spPr>
              <a:xfrm>
                <a:off x="101600" y="-38100"/>
                <a:ext cx="937785" cy="287340"/>
              </a:xfrm>
              <a:prstGeom prst="rect">
                <a:avLst/>
              </a:prstGeom>
            </p:spPr>
            <p:txBody>
              <a:bodyPr anchor="ctr" rtlCol="false" tIns="52956" lIns="52956" bIns="52956" rIns="52956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60" id="60"/>
            <p:cNvGrpSpPr/>
            <p:nvPr/>
          </p:nvGrpSpPr>
          <p:grpSpPr>
            <a:xfrm rot="1936975">
              <a:off x="4494533" y="3384148"/>
              <a:ext cx="1017341" cy="1062556"/>
              <a:chOff x="0" y="0"/>
              <a:chExt cx="571500" cy="596900"/>
            </a:xfrm>
          </p:grpSpPr>
          <p:sp>
            <p:nvSpPr>
              <p:cNvPr name="Freeform 61" id="61"/>
              <p:cNvSpPr/>
              <p:nvPr/>
            </p:nvSpPr>
            <p:spPr>
              <a:xfrm flipH="false" flipV="false" rot="0">
                <a:off x="0" y="0"/>
                <a:ext cx="571500" cy="596900"/>
              </a:xfrm>
              <a:custGeom>
                <a:avLst/>
                <a:gdLst/>
                <a:ahLst/>
                <a:cxnLst/>
                <a:rect r="r" b="b" t="t" l="l"/>
                <a:pathLst>
                  <a:path h="596900" w="571500">
                    <a:moveTo>
                      <a:pt x="571500" y="596900"/>
                    </a:moveTo>
                    <a:lnTo>
                      <a:pt x="0" y="596900"/>
                    </a:lnTo>
                    <a:lnTo>
                      <a:pt x="0" y="0"/>
                    </a:lnTo>
                    <a:lnTo>
                      <a:pt x="571500" y="596900"/>
                    </a:lnTo>
                    <a:close/>
                  </a:path>
                </a:pathLst>
              </a:custGeom>
              <a:solidFill>
                <a:srgbClr val="88A5C4"/>
              </a:solidFill>
            </p:spPr>
          </p:sp>
          <p:sp>
            <p:nvSpPr>
              <p:cNvPr name="TextBox 62" id="62"/>
              <p:cNvSpPr txBox="true"/>
              <p:nvPr/>
            </p:nvSpPr>
            <p:spPr>
              <a:xfrm>
                <a:off x="0" y="260350"/>
                <a:ext cx="285750" cy="335280"/>
              </a:xfrm>
              <a:prstGeom prst="rect">
                <a:avLst/>
              </a:prstGeom>
            </p:spPr>
            <p:txBody>
              <a:bodyPr anchor="ctr" rtlCol="false" tIns="52956" lIns="52956" bIns="52956" rIns="52956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63" id="63"/>
            <p:cNvGrpSpPr/>
            <p:nvPr/>
          </p:nvGrpSpPr>
          <p:grpSpPr>
            <a:xfrm rot="-4293312">
              <a:off x="8368065" y="2224585"/>
              <a:ext cx="693615" cy="724442"/>
              <a:chOff x="0" y="0"/>
              <a:chExt cx="571500" cy="596900"/>
            </a:xfrm>
          </p:grpSpPr>
          <p:sp>
            <p:nvSpPr>
              <p:cNvPr name="Freeform 64" id="64"/>
              <p:cNvSpPr/>
              <p:nvPr/>
            </p:nvSpPr>
            <p:spPr>
              <a:xfrm flipH="false" flipV="false" rot="0">
                <a:off x="0" y="0"/>
                <a:ext cx="571500" cy="596900"/>
              </a:xfrm>
              <a:custGeom>
                <a:avLst/>
                <a:gdLst/>
                <a:ahLst/>
                <a:cxnLst/>
                <a:rect r="r" b="b" t="t" l="l"/>
                <a:pathLst>
                  <a:path h="596900" w="571500">
                    <a:moveTo>
                      <a:pt x="571500" y="596900"/>
                    </a:moveTo>
                    <a:lnTo>
                      <a:pt x="0" y="596900"/>
                    </a:lnTo>
                    <a:lnTo>
                      <a:pt x="0" y="0"/>
                    </a:lnTo>
                    <a:lnTo>
                      <a:pt x="571500" y="596900"/>
                    </a:lnTo>
                    <a:close/>
                  </a:path>
                </a:pathLst>
              </a:custGeom>
              <a:solidFill>
                <a:srgbClr val="6B7A8C"/>
              </a:solidFill>
            </p:spPr>
          </p:sp>
          <p:sp>
            <p:nvSpPr>
              <p:cNvPr name="TextBox 65" id="65"/>
              <p:cNvSpPr txBox="true"/>
              <p:nvPr/>
            </p:nvSpPr>
            <p:spPr>
              <a:xfrm>
                <a:off x="0" y="260350"/>
                <a:ext cx="285750" cy="335280"/>
              </a:xfrm>
              <a:prstGeom prst="rect">
                <a:avLst/>
              </a:prstGeom>
            </p:spPr>
            <p:txBody>
              <a:bodyPr anchor="ctr" rtlCol="false" tIns="52956" lIns="52956" bIns="52956" rIns="52956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</p:grpSp>
      <p:sp>
        <p:nvSpPr>
          <p:cNvPr name="Freeform 66" id="66"/>
          <p:cNvSpPr/>
          <p:nvPr/>
        </p:nvSpPr>
        <p:spPr>
          <a:xfrm flipH="false" flipV="false" rot="0">
            <a:off x="1544063" y="691329"/>
            <a:ext cx="1957643" cy="1992695"/>
          </a:xfrm>
          <a:custGeom>
            <a:avLst/>
            <a:gdLst/>
            <a:ahLst/>
            <a:cxnLst/>
            <a:rect r="r" b="b" t="t" l="l"/>
            <a:pathLst>
              <a:path h="1992695" w="1957643">
                <a:moveTo>
                  <a:pt x="0" y="0"/>
                </a:moveTo>
                <a:lnTo>
                  <a:pt x="1957642" y="0"/>
                </a:lnTo>
                <a:lnTo>
                  <a:pt x="1957642" y="1992694"/>
                </a:lnTo>
                <a:lnTo>
                  <a:pt x="0" y="19926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7447" t="0" r="-19126" b="-43995"/>
            </a:stretch>
          </a:blipFill>
        </p:spPr>
      </p:sp>
      <p:sp>
        <p:nvSpPr>
          <p:cNvPr name="Freeform 67" id="67"/>
          <p:cNvSpPr/>
          <p:nvPr/>
        </p:nvSpPr>
        <p:spPr>
          <a:xfrm flipH="false" flipV="false" rot="0">
            <a:off x="15711304" y="691329"/>
            <a:ext cx="1786121" cy="1761314"/>
          </a:xfrm>
          <a:custGeom>
            <a:avLst/>
            <a:gdLst/>
            <a:ahLst/>
            <a:cxnLst/>
            <a:rect r="r" b="b" t="t" l="l"/>
            <a:pathLst>
              <a:path h="1761314" w="1786121">
                <a:moveTo>
                  <a:pt x="0" y="0"/>
                </a:moveTo>
                <a:lnTo>
                  <a:pt x="1786121" y="0"/>
                </a:lnTo>
                <a:lnTo>
                  <a:pt x="1786121" y="1761314"/>
                </a:lnTo>
                <a:lnTo>
                  <a:pt x="0" y="17613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8" id="68"/>
          <p:cNvSpPr txBox="true"/>
          <p:nvPr/>
        </p:nvSpPr>
        <p:spPr>
          <a:xfrm rot="0">
            <a:off x="2005976" y="3413608"/>
            <a:ext cx="15417938" cy="1895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963"/>
              </a:lnSpc>
              <a:spcBef>
                <a:spcPct val="0"/>
              </a:spcBef>
            </a:pPr>
            <a:r>
              <a:rPr lang="en-US" sz="12469">
                <a:solidFill>
                  <a:srgbClr val="16598E"/>
                </a:solidFill>
                <a:latin typeface="Pierson Bold"/>
                <a:ea typeface="Pierson Bold"/>
                <a:cs typeface="Pierson Bold"/>
                <a:sym typeface="Pierson Bold"/>
              </a:rPr>
              <a:t>HACKCONQUEST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4835489" y="5407991"/>
            <a:ext cx="11332594" cy="1524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000"/>
              </a:lnSpc>
              <a:spcBef>
                <a:spcPct val="0"/>
              </a:spcBef>
            </a:pPr>
            <a:r>
              <a:rPr lang="en-US" sz="10000">
                <a:solidFill>
                  <a:srgbClr val="16598E"/>
                </a:solidFill>
                <a:latin typeface="Pierson Bold"/>
                <a:ea typeface="Pierson Bold"/>
                <a:cs typeface="Pierson Bold"/>
                <a:sym typeface="Pierson Bold"/>
              </a:rPr>
              <a:t>HACKATHON</a:t>
            </a:r>
          </a:p>
        </p:txBody>
      </p:sp>
      <p:sp>
        <p:nvSpPr>
          <p:cNvPr name="Freeform 70" id="70"/>
          <p:cNvSpPr/>
          <p:nvPr/>
        </p:nvSpPr>
        <p:spPr>
          <a:xfrm flipH="false" flipV="false" rot="0">
            <a:off x="6554802" y="2610246"/>
            <a:ext cx="5860852" cy="6020168"/>
          </a:xfrm>
          <a:custGeom>
            <a:avLst/>
            <a:gdLst/>
            <a:ahLst/>
            <a:cxnLst/>
            <a:rect r="r" b="b" t="t" l="l"/>
            <a:pathLst>
              <a:path h="6020168" w="5860852">
                <a:moveTo>
                  <a:pt x="0" y="0"/>
                </a:moveTo>
                <a:lnTo>
                  <a:pt x="5860852" y="0"/>
                </a:lnTo>
                <a:lnTo>
                  <a:pt x="5860852" y="6020168"/>
                </a:lnTo>
                <a:lnTo>
                  <a:pt x="0" y="602016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15000"/>
            </a:blip>
            <a:stretch>
              <a:fillRect l="-19583" t="-43365" r="-19583" b="-52970"/>
            </a:stretch>
          </a:blipFill>
        </p:spPr>
      </p:sp>
      <p:sp>
        <p:nvSpPr>
          <p:cNvPr name="TextBox 71" id="71"/>
          <p:cNvSpPr txBox="true"/>
          <p:nvPr/>
        </p:nvSpPr>
        <p:spPr>
          <a:xfrm rot="0">
            <a:off x="6795847" y="1703757"/>
            <a:ext cx="5619807" cy="1476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640"/>
              </a:lnSpc>
              <a:spcBef>
                <a:spcPct val="0"/>
              </a:spcBef>
            </a:pPr>
            <a:r>
              <a:rPr lang="en-US" sz="9700">
                <a:solidFill>
                  <a:srgbClr val="16598E"/>
                </a:solidFill>
                <a:latin typeface="Pierson Bold"/>
                <a:ea typeface="Pierson Bold"/>
                <a:cs typeface="Pierson Bold"/>
                <a:sym typeface="Pierson Bold"/>
              </a:rPr>
              <a:t>AETHER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7486455" y="6801614"/>
            <a:ext cx="4238590" cy="1828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00"/>
              </a:lnSpc>
              <a:spcBef>
                <a:spcPct val="0"/>
              </a:spcBef>
            </a:pPr>
            <a:r>
              <a:rPr lang="en-US" sz="12000">
                <a:solidFill>
                  <a:srgbClr val="16598E"/>
                </a:solidFill>
                <a:latin typeface="Pierson Bold"/>
                <a:ea typeface="Pierson Bold"/>
                <a:cs typeface="Pierson Bold"/>
                <a:sym typeface="Pierson Bold"/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BFBFB">
                <a:alpha val="100000"/>
              </a:srgbClr>
            </a:gs>
            <a:gs pos="33333">
              <a:srgbClr val="F1F1F1">
                <a:alpha val="66500"/>
              </a:srgbClr>
            </a:gs>
            <a:gs pos="66667">
              <a:srgbClr val="E9E9E9">
                <a:alpha val="67000"/>
              </a:srgbClr>
            </a:gs>
            <a:gs pos="100000">
              <a:srgbClr val="E0E1E3">
                <a:alpha val="25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39392">
            <a:off x="-5599131" y="-3928144"/>
            <a:ext cx="29486263" cy="18143288"/>
            <a:chOff x="0" y="0"/>
            <a:chExt cx="39315017" cy="24191051"/>
          </a:xfrm>
        </p:grpSpPr>
        <p:sp>
          <p:nvSpPr>
            <p:cNvPr name="Freeform 3" id="3"/>
            <p:cNvSpPr/>
            <p:nvPr/>
          </p:nvSpPr>
          <p:spPr>
            <a:xfrm flipH="false" flipV="true" rot="0">
              <a:off x="10693806" y="890869"/>
              <a:ext cx="13700313" cy="12738888"/>
            </a:xfrm>
            <a:custGeom>
              <a:avLst/>
              <a:gdLst/>
              <a:ahLst/>
              <a:cxnLst/>
              <a:rect r="r" b="b" t="t" l="l"/>
              <a:pathLst>
                <a:path h="12738888" w="13700313">
                  <a:moveTo>
                    <a:pt x="0" y="12738888"/>
                  </a:moveTo>
                  <a:lnTo>
                    <a:pt x="13700313" y="12738888"/>
                  </a:lnTo>
                  <a:lnTo>
                    <a:pt x="13700313" y="0"/>
                  </a:lnTo>
                  <a:lnTo>
                    <a:pt x="0" y="0"/>
                  </a:lnTo>
                  <a:lnTo>
                    <a:pt x="0" y="12738888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true" rot="0">
              <a:off x="21387611" y="0"/>
              <a:ext cx="13700313" cy="12738888"/>
            </a:xfrm>
            <a:custGeom>
              <a:avLst/>
              <a:gdLst/>
              <a:ahLst/>
              <a:cxnLst/>
              <a:rect r="r" b="b" t="t" l="l"/>
              <a:pathLst>
                <a:path h="12738888" w="13700313">
                  <a:moveTo>
                    <a:pt x="0" y="12738888"/>
                  </a:moveTo>
                  <a:lnTo>
                    <a:pt x="13700314" y="12738888"/>
                  </a:lnTo>
                  <a:lnTo>
                    <a:pt x="13700314" y="0"/>
                  </a:lnTo>
                  <a:lnTo>
                    <a:pt x="0" y="0"/>
                  </a:lnTo>
                  <a:lnTo>
                    <a:pt x="0" y="12738888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true" flipV="false" rot="0">
              <a:off x="25614703" y="9670425"/>
              <a:ext cx="13700313" cy="12738888"/>
            </a:xfrm>
            <a:custGeom>
              <a:avLst/>
              <a:gdLst/>
              <a:ahLst/>
              <a:cxnLst/>
              <a:rect r="r" b="b" t="t" l="l"/>
              <a:pathLst>
                <a:path h="12738888" w="13700313">
                  <a:moveTo>
                    <a:pt x="13700314" y="0"/>
                  </a:moveTo>
                  <a:lnTo>
                    <a:pt x="0" y="0"/>
                  </a:lnTo>
                  <a:lnTo>
                    <a:pt x="0" y="12738888"/>
                  </a:lnTo>
                  <a:lnTo>
                    <a:pt x="13700314" y="12738888"/>
                  </a:lnTo>
                  <a:lnTo>
                    <a:pt x="13700314" y="0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true" flipV="false" rot="0">
              <a:off x="14920898" y="10561294"/>
              <a:ext cx="13700313" cy="12738888"/>
            </a:xfrm>
            <a:custGeom>
              <a:avLst/>
              <a:gdLst/>
              <a:ahLst/>
              <a:cxnLst/>
              <a:rect r="r" b="b" t="t" l="l"/>
              <a:pathLst>
                <a:path h="12738888" w="13700313">
                  <a:moveTo>
                    <a:pt x="13700313" y="0"/>
                  </a:moveTo>
                  <a:lnTo>
                    <a:pt x="0" y="0"/>
                  </a:lnTo>
                  <a:lnTo>
                    <a:pt x="0" y="12738888"/>
                  </a:lnTo>
                  <a:lnTo>
                    <a:pt x="13700313" y="12738888"/>
                  </a:lnTo>
                  <a:lnTo>
                    <a:pt x="13700313" y="0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true" rot="0">
              <a:off x="0" y="1781739"/>
              <a:ext cx="13700313" cy="12738888"/>
            </a:xfrm>
            <a:custGeom>
              <a:avLst/>
              <a:gdLst/>
              <a:ahLst/>
              <a:cxnLst/>
              <a:rect r="r" b="b" t="t" l="l"/>
              <a:pathLst>
                <a:path h="12738888" w="13700313">
                  <a:moveTo>
                    <a:pt x="0" y="12738888"/>
                  </a:moveTo>
                  <a:lnTo>
                    <a:pt x="13700313" y="12738888"/>
                  </a:lnTo>
                  <a:lnTo>
                    <a:pt x="13700313" y="0"/>
                  </a:lnTo>
                  <a:lnTo>
                    <a:pt x="0" y="0"/>
                  </a:lnTo>
                  <a:lnTo>
                    <a:pt x="0" y="12738888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true" flipV="false" rot="0">
              <a:off x="4227092" y="11452163"/>
              <a:ext cx="13700313" cy="12738888"/>
            </a:xfrm>
            <a:custGeom>
              <a:avLst/>
              <a:gdLst/>
              <a:ahLst/>
              <a:cxnLst/>
              <a:rect r="r" b="b" t="t" l="l"/>
              <a:pathLst>
                <a:path h="12738888" w="13700313">
                  <a:moveTo>
                    <a:pt x="13700313" y="0"/>
                  </a:moveTo>
                  <a:lnTo>
                    <a:pt x="0" y="0"/>
                  </a:lnTo>
                  <a:lnTo>
                    <a:pt x="0" y="12738888"/>
                  </a:lnTo>
                  <a:lnTo>
                    <a:pt x="13700313" y="12738888"/>
                  </a:lnTo>
                  <a:lnTo>
                    <a:pt x="13700313" y="0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328767" y="360263"/>
            <a:ext cx="17630466" cy="9566473"/>
            <a:chOff x="0" y="0"/>
            <a:chExt cx="23507288" cy="12755298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7832412"/>
              <a:ext cx="63500" cy="4922886"/>
              <a:chOff x="0" y="0"/>
              <a:chExt cx="12543" cy="972422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12543" cy="972422"/>
              </a:xfrm>
              <a:custGeom>
                <a:avLst/>
                <a:gdLst/>
                <a:ahLst/>
                <a:cxnLst/>
                <a:rect r="r" b="b" t="t" l="l"/>
                <a:pathLst>
                  <a:path h="972422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972422"/>
                    </a:lnTo>
                    <a:lnTo>
                      <a:pt x="0" y="972422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38100"/>
                <a:ext cx="12543" cy="101052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3" id="13"/>
            <p:cNvGrpSpPr/>
            <p:nvPr/>
          </p:nvGrpSpPr>
          <p:grpSpPr>
            <a:xfrm rot="-5400000">
              <a:off x="6920832" y="5834466"/>
              <a:ext cx="63500" cy="13778164"/>
              <a:chOff x="0" y="0"/>
              <a:chExt cx="12543" cy="2721613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12543" cy="2721613"/>
              </a:xfrm>
              <a:custGeom>
                <a:avLst/>
                <a:gdLst/>
                <a:ahLst/>
                <a:cxnLst/>
                <a:rect r="r" b="b" t="t" l="l"/>
                <a:pathLst>
                  <a:path h="2721613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2721613"/>
                    </a:lnTo>
                    <a:lnTo>
                      <a:pt x="0" y="2721613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38100"/>
                <a:ext cx="12543" cy="275971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6" id="16"/>
            <p:cNvGrpSpPr/>
            <p:nvPr/>
          </p:nvGrpSpPr>
          <p:grpSpPr>
            <a:xfrm rot="-10800000">
              <a:off x="23443788" y="0"/>
              <a:ext cx="63500" cy="4922886"/>
              <a:chOff x="0" y="0"/>
              <a:chExt cx="12543" cy="972422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12543" cy="972422"/>
              </a:xfrm>
              <a:custGeom>
                <a:avLst/>
                <a:gdLst/>
                <a:ahLst/>
                <a:cxnLst/>
                <a:rect r="r" b="b" t="t" l="l"/>
                <a:pathLst>
                  <a:path h="972422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972422"/>
                    </a:lnTo>
                    <a:lnTo>
                      <a:pt x="0" y="972422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38100"/>
                <a:ext cx="12543" cy="101052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9" id="19"/>
            <p:cNvGrpSpPr/>
            <p:nvPr/>
          </p:nvGrpSpPr>
          <p:grpSpPr>
            <a:xfrm rot="5400000">
              <a:off x="16522956" y="-6857332"/>
              <a:ext cx="63500" cy="13778164"/>
              <a:chOff x="0" y="0"/>
              <a:chExt cx="12543" cy="2721613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12543" cy="2721613"/>
              </a:xfrm>
              <a:custGeom>
                <a:avLst/>
                <a:gdLst/>
                <a:ahLst/>
                <a:cxnLst/>
                <a:rect r="r" b="b" t="t" l="l"/>
                <a:pathLst>
                  <a:path h="2721613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2721613"/>
                    </a:lnTo>
                    <a:lnTo>
                      <a:pt x="0" y="2721613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38100"/>
                <a:ext cx="12543" cy="275971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2" id="22"/>
            <p:cNvGrpSpPr/>
            <p:nvPr/>
          </p:nvGrpSpPr>
          <p:grpSpPr>
            <a:xfrm rot="-10800000">
              <a:off x="22957231" y="413305"/>
              <a:ext cx="63500" cy="1669468"/>
              <a:chOff x="0" y="0"/>
              <a:chExt cx="12543" cy="329771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12543" cy="329771"/>
              </a:xfrm>
              <a:custGeom>
                <a:avLst/>
                <a:gdLst/>
                <a:ahLst/>
                <a:cxnLst/>
                <a:rect r="r" b="b" t="t" l="l"/>
                <a:pathLst>
                  <a:path h="329771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329771"/>
                    </a:lnTo>
                    <a:lnTo>
                      <a:pt x="0" y="329771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-38100"/>
                <a:ext cx="12543" cy="36787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5" id="25"/>
            <p:cNvGrpSpPr/>
            <p:nvPr/>
          </p:nvGrpSpPr>
          <p:grpSpPr>
            <a:xfrm rot="5400000">
              <a:off x="20138971" y="-2378926"/>
              <a:ext cx="63500" cy="5647961"/>
              <a:chOff x="0" y="0"/>
              <a:chExt cx="12543" cy="1115647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12543" cy="1115647"/>
              </a:xfrm>
              <a:custGeom>
                <a:avLst/>
                <a:gdLst/>
                <a:ahLst/>
                <a:cxnLst/>
                <a:rect r="r" b="b" t="t" l="l"/>
                <a:pathLst>
                  <a:path h="1115647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1115647"/>
                    </a:lnTo>
                    <a:lnTo>
                      <a:pt x="0" y="1115647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0" y="-38100"/>
                <a:ext cx="12543" cy="115374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8" id="28"/>
            <p:cNvGrpSpPr/>
            <p:nvPr/>
          </p:nvGrpSpPr>
          <p:grpSpPr>
            <a:xfrm rot="0">
              <a:off x="486556" y="10672525"/>
              <a:ext cx="63500" cy="1669468"/>
              <a:chOff x="0" y="0"/>
              <a:chExt cx="12543" cy="329771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12543" cy="329771"/>
              </a:xfrm>
              <a:custGeom>
                <a:avLst/>
                <a:gdLst/>
                <a:ahLst/>
                <a:cxnLst/>
                <a:rect r="r" b="b" t="t" l="l"/>
                <a:pathLst>
                  <a:path h="329771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329771"/>
                    </a:lnTo>
                    <a:lnTo>
                      <a:pt x="0" y="329771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0" y="-38100"/>
                <a:ext cx="12543" cy="36787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1" id="31"/>
            <p:cNvGrpSpPr/>
            <p:nvPr/>
          </p:nvGrpSpPr>
          <p:grpSpPr>
            <a:xfrm rot="-5400000">
              <a:off x="3304817" y="9486262"/>
              <a:ext cx="63500" cy="5647961"/>
              <a:chOff x="0" y="0"/>
              <a:chExt cx="12543" cy="1115647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12543" cy="1115647"/>
              </a:xfrm>
              <a:custGeom>
                <a:avLst/>
                <a:gdLst/>
                <a:ahLst/>
                <a:cxnLst/>
                <a:rect r="r" b="b" t="t" l="l"/>
                <a:pathLst>
                  <a:path h="1115647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1115647"/>
                    </a:lnTo>
                    <a:lnTo>
                      <a:pt x="0" y="1115647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0" y="-38100"/>
                <a:ext cx="12543" cy="115374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sp>
        <p:nvSpPr>
          <p:cNvPr name="TextBox 34" id="34"/>
          <p:cNvSpPr txBox="true"/>
          <p:nvPr/>
        </p:nvSpPr>
        <p:spPr>
          <a:xfrm rot="0">
            <a:off x="5637967" y="470859"/>
            <a:ext cx="6543646" cy="14001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00"/>
              </a:lnSpc>
            </a:pPr>
            <a:r>
              <a:rPr lang="en-US" b="true" sz="8000">
                <a:solidFill>
                  <a:srgbClr val="16598E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TITLE PAGE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13955824" y="6587618"/>
            <a:ext cx="6666800" cy="4085592"/>
            <a:chOff x="0" y="0"/>
            <a:chExt cx="8889067" cy="5447455"/>
          </a:xfrm>
        </p:grpSpPr>
        <p:grpSp>
          <p:nvGrpSpPr>
            <p:cNvPr name="Group 36" id="36"/>
            <p:cNvGrpSpPr/>
            <p:nvPr/>
          </p:nvGrpSpPr>
          <p:grpSpPr>
            <a:xfrm rot="-10800000">
              <a:off x="2663403" y="0"/>
              <a:ext cx="6225663" cy="5447455"/>
              <a:chOff x="0" y="0"/>
              <a:chExt cx="812800" cy="711200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0" y="0"/>
                <a:ext cx="812800" cy="711200"/>
              </a:xfrm>
              <a:custGeom>
                <a:avLst/>
                <a:gdLst/>
                <a:ahLst/>
                <a:cxnLst/>
                <a:rect r="r" b="b" t="t" l="l"/>
                <a:pathLst>
                  <a:path h="711200" w="812800">
                    <a:moveTo>
                      <a:pt x="406400" y="711200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11200"/>
                    </a:lnTo>
                    <a:close/>
                  </a:path>
                </a:pathLst>
              </a:custGeom>
              <a:solidFill>
                <a:srgbClr val="16598E"/>
              </a:solidFill>
            </p:spPr>
          </p:sp>
          <p:sp>
            <p:nvSpPr>
              <p:cNvPr name="TextBox 38" id="38"/>
              <p:cNvSpPr txBox="true"/>
              <p:nvPr/>
            </p:nvSpPr>
            <p:spPr>
              <a:xfrm>
                <a:off x="127000" y="12700"/>
                <a:ext cx="558800" cy="3683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9" id="39"/>
            <p:cNvGrpSpPr/>
            <p:nvPr/>
          </p:nvGrpSpPr>
          <p:grpSpPr>
            <a:xfrm rot="-10800000">
              <a:off x="0" y="3821268"/>
              <a:ext cx="5776235" cy="1261779"/>
              <a:chOff x="0" y="0"/>
              <a:chExt cx="1140985" cy="249240"/>
            </a:xfrm>
          </p:grpSpPr>
          <p:sp>
            <p:nvSpPr>
              <p:cNvPr name="Freeform 40" id="40"/>
              <p:cNvSpPr/>
              <p:nvPr/>
            </p:nvSpPr>
            <p:spPr>
              <a:xfrm flipH="false" flipV="false" rot="0">
                <a:off x="0" y="0"/>
                <a:ext cx="1140985" cy="249240"/>
              </a:xfrm>
              <a:custGeom>
                <a:avLst/>
                <a:gdLst/>
                <a:ahLst/>
                <a:cxnLst/>
                <a:rect r="r" b="b" t="t" l="l"/>
                <a:pathLst>
                  <a:path h="249240" w="1140985">
                    <a:moveTo>
                      <a:pt x="203200" y="0"/>
                    </a:moveTo>
                    <a:lnTo>
                      <a:pt x="1140985" y="0"/>
                    </a:lnTo>
                    <a:lnTo>
                      <a:pt x="937785" y="249240"/>
                    </a:lnTo>
                    <a:lnTo>
                      <a:pt x="0" y="24924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88A5C4"/>
              </a:solidFill>
            </p:spPr>
          </p:sp>
          <p:sp>
            <p:nvSpPr>
              <p:cNvPr name="TextBox 41" id="41"/>
              <p:cNvSpPr txBox="true"/>
              <p:nvPr/>
            </p:nvSpPr>
            <p:spPr>
              <a:xfrm>
                <a:off x="101600" y="-38100"/>
                <a:ext cx="937785" cy="28734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42" id="42"/>
            <p:cNvGrpSpPr/>
            <p:nvPr/>
          </p:nvGrpSpPr>
          <p:grpSpPr>
            <a:xfrm rot="-10800000">
              <a:off x="3094536" y="2203713"/>
              <a:ext cx="1551081" cy="1357196"/>
              <a:chOff x="0" y="0"/>
              <a:chExt cx="812800" cy="711200"/>
            </a:xfrm>
          </p:grpSpPr>
          <p:sp>
            <p:nvSpPr>
              <p:cNvPr name="Freeform 43" id="43"/>
              <p:cNvSpPr/>
              <p:nvPr/>
            </p:nvSpPr>
            <p:spPr>
              <a:xfrm flipH="false" flipV="false" rot="0">
                <a:off x="0" y="0"/>
                <a:ext cx="812800" cy="711200"/>
              </a:xfrm>
              <a:custGeom>
                <a:avLst/>
                <a:gdLst/>
                <a:ahLst/>
                <a:cxnLst/>
                <a:rect r="r" b="b" t="t" l="l"/>
                <a:pathLst>
                  <a:path h="711200" w="812800">
                    <a:moveTo>
                      <a:pt x="406400" y="711200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11200"/>
                    </a:lnTo>
                    <a:close/>
                  </a:path>
                </a:pathLst>
              </a:custGeom>
              <a:solidFill>
                <a:srgbClr val="A5B4C7"/>
              </a:solidFill>
            </p:spPr>
          </p:sp>
          <p:sp>
            <p:nvSpPr>
              <p:cNvPr name="TextBox 44" id="44"/>
              <p:cNvSpPr txBox="true"/>
              <p:nvPr/>
            </p:nvSpPr>
            <p:spPr>
              <a:xfrm>
                <a:off x="127000" y="12700"/>
                <a:ext cx="558800" cy="3683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grpSp>
        <p:nvGrpSpPr>
          <p:cNvPr name="Group 45" id="45"/>
          <p:cNvGrpSpPr/>
          <p:nvPr/>
        </p:nvGrpSpPr>
        <p:grpSpPr>
          <a:xfrm rot="-10800000">
            <a:off x="-2835750" y="-514859"/>
            <a:ext cx="6076610" cy="4428682"/>
            <a:chOff x="0" y="0"/>
            <a:chExt cx="8102146" cy="5904910"/>
          </a:xfrm>
        </p:grpSpPr>
        <p:grpSp>
          <p:nvGrpSpPr>
            <p:cNvPr name="Group 46" id="46"/>
            <p:cNvGrpSpPr/>
            <p:nvPr/>
          </p:nvGrpSpPr>
          <p:grpSpPr>
            <a:xfrm rot="-10800000">
              <a:off x="1431790" y="0"/>
              <a:ext cx="6670356" cy="5904910"/>
              <a:chOff x="0" y="0"/>
              <a:chExt cx="870857" cy="770924"/>
            </a:xfrm>
          </p:grpSpPr>
          <p:sp>
            <p:nvSpPr>
              <p:cNvPr name="Freeform 47" id="47"/>
              <p:cNvSpPr/>
              <p:nvPr/>
            </p:nvSpPr>
            <p:spPr>
              <a:xfrm flipH="false" flipV="false" rot="0">
                <a:off x="0" y="0"/>
                <a:ext cx="870857" cy="770924"/>
              </a:xfrm>
              <a:custGeom>
                <a:avLst/>
                <a:gdLst/>
                <a:ahLst/>
                <a:cxnLst/>
                <a:rect r="r" b="b" t="t" l="l"/>
                <a:pathLst>
                  <a:path h="770924" w="870857">
                    <a:moveTo>
                      <a:pt x="435429" y="770924"/>
                    </a:moveTo>
                    <a:lnTo>
                      <a:pt x="870857" y="0"/>
                    </a:lnTo>
                    <a:lnTo>
                      <a:pt x="0" y="0"/>
                    </a:lnTo>
                    <a:lnTo>
                      <a:pt x="435429" y="770924"/>
                    </a:lnTo>
                    <a:close/>
                  </a:path>
                </a:pathLst>
              </a:custGeom>
              <a:solidFill>
                <a:srgbClr val="16598E"/>
              </a:solidFill>
            </p:spPr>
          </p:sp>
          <p:sp>
            <p:nvSpPr>
              <p:cNvPr name="TextBox 48" id="48"/>
              <p:cNvSpPr txBox="true"/>
              <p:nvPr/>
            </p:nvSpPr>
            <p:spPr>
              <a:xfrm>
                <a:off x="136071" y="16966"/>
                <a:ext cx="598714" cy="39602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49" id="49"/>
            <p:cNvGrpSpPr/>
            <p:nvPr/>
          </p:nvGrpSpPr>
          <p:grpSpPr>
            <a:xfrm rot="-10800000">
              <a:off x="0" y="4225293"/>
              <a:ext cx="6188825" cy="1367738"/>
              <a:chOff x="0" y="0"/>
              <a:chExt cx="1222484" cy="270170"/>
            </a:xfrm>
          </p:grpSpPr>
          <p:sp>
            <p:nvSpPr>
              <p:cNvPr name="Freeform 50" id="50"/>
              <p:cNvSpPr/>
              <p:nvPr/>
            </p:nvSpPr>
            <p:spPr>
              <a:xfrm flipH="false" flipV="false" rot="0">
                <a:off x="0" y="0"/>
                <a:ext cx="1222484" cy="270171"/>
              </a:xfrm>
              <a:custGeom>
                <a:avLst/>
                <a:gdLst/>
                <a:ahLst/>
                <a:cxnLst/>
                <a:rect r="r" b="b" t="t" l="l"/>
                <a:pathLst>
                  <a:path h="270171" w="1222484">
                    <a:moveTo>
                      <a:pt x="203200" y="0"/>
                    </a:moveTo>
                    <a:lnTo>
                      <a:pt x="1222484" y="0"/>
                    </a:lnTo>
                    <a:lnTo>
                      <a:pt x="1019284" y="270171"/>
                    </a:lnTo>
                    <a:lnTo>
                      <a:pt x="0" y="270171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88A5C4"/>
              </a:solidFill>
            </p:spPr>
          </p:sp>
          <p:sp>
            <p:nvSpPr>
              <p:cNvPr name="TextBox 51" id="51"/>
              <p:cNvSpPr txBox="true"/>
              <p:nvPr/>
            </p:nvSpPr>
            <p:spPr>
              <a:xfrm>
                <a:off x="101600" y="-38100"/>
                <a:ext cx="1019284" cy="30827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52" id="52"/>
            <p:cNvGrpSpPr/>
            <p:nvPr/>
          </p:nvGrpSpPr>
          <p:grpSpPr>
            <a:xfrm rot="-10800000">
              <a:off x="1844341" y="2216871"/>
              <a:ext cx="1661873" cy="1471167"/>
              <a:chOff x="0" y="0"/>
              <a:chExt cx="870857" cy="770924"/>
            </a:xfrm>
          </p:grpSpPr>
          <p:sp>
            <p:nvSpPr>
              <p:cNvPr name="Freeform 53" id="53"/>
              <p:cNvSpPr/>
              <p:nvPr/>
            </p:nvSpPr>
            <p:spPr>
              <a:xfrm flipH="false" flipV="false" rot="0">
                <a:off x="0" y="0"/>
                <a:ext cx="870857" cy="770924"/>
              </a:xfrm>
              <a:custGeom>
                <a:avLst/>
                <a:gdLst/>
                <a:ahLst/>
                <a:cxnLst/>
                <a:rect r="r" b="b" t="t" l="l"/>
                <a:pathLst>
                  <a:path h="770924" w="870857">
                    <a:moveTo>
                      <a:pt x="435429" y="770924"/>
                    </a:moveTo>
                    <a:lnTo>
                      <a:pt x="870857" y="0"/>
                    </a:lnTo>
                    <a:lnTo>
                      <a:pt x="0" y="0"/>
                    </a:lnTo>
                    <a:lnTo>
                      <a:pt x="435429" y="770924"/>
                    </a:lnTo>
                    <a:close/>
                  </a:path>
                </a:pathLst>
              </a:custGeom>
              <a:solidFill>
                <a:srgbClr val="A5B4C7"/>
              </a:solidFill>
            </p:spPr>
          </p:sp>
          <p:sp>
            <p:nvSpPr>
              <p:cNvPr name="TextBox 54" id="54"/>
              <p:cNvSpPr txBox="true"/>
              <p:nvPr/>
            </p:nvSpPr>
            <p:spPr>
              <a:xfrm>
                <a:off x="136071" y="16966"/>
                <a:ext cx="598714" cy="39602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sp>
        <p:nvSpPr>
          <p:cNvPr name="Freeform 55" id="55"/>
          <p:cNvSpPr/>
          <p:nvPr/>
        </p:nvSpPr>
        <p:spPr>
          <a:xfrm flipH="false" flipV="false" rot="0">
            <a:off x="6554802" y="2610246"/>
            <a:ext cx="5860852" cy="6020168"/>
          </a:xfrm>
          <a:custGeom>
            <a:avLst/>
            <a:gdLst/>
            <a:ahLst/>
            <a:cxnLst/>
            <a:rect r="r" b="b" t="t" l="l"/>
            <a:pathLst>
              <a:path h="6020168" w="5860852">
                <a:moveTo>
                  <a:pt x="0" y="0"/>
                </a:moveTo>
                <a:lnTo>
                  <a:pt x="5860852" y="0"/>
                </a:lnTo>
                <a:lnTo>
                  <a:pt x="5860852" y="6020168"/>
                </a:lnTo>
                <a:lnTo>
                  <a:pt x="0" y="602016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5000"/>
            </a:blip>
            <a:stretch>
              <a:fillRect l="-19583" t="-43365" r="-19583" b="-52970"/>
            </a:stretch>
          </a:blipFill>
        </p:spPr>
      </p:sp>
      <p:sp>
        <p:nvSpPr>
          <p:cNvPr name="TextBox 56" id="56"/>
          <p:cNvSpPr txBox="true"/>
          <p:nvPr/>
        </p:nvSpPr>
        <p:spPr>
          <a:xfrm rot="0">
            <a:off x="1578819" y="1822443"/>
            <a:ext cx="9436622" cy="61690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3591" indent="-431796" lvl="1">
              <a:lnSpc>
                <a:spcPts val="9999"/>
              </a:lnSpc>
              <a:buFont typeface="Arial"/>
              <a:buChar char="•"/>
            </a:pPr>
            <a:r>
              <a:rPr lang="en-US" sz="3999">
                <a:solidFill>
                  <a:srgbClr val="16598E"/>
                </a:solidFill>
                <a:latin typeface="Garamond"/>
                <a:ea typeface="Garamond"/>
                <a:cs typeface="Garamond"/>
                <a:sym typeface="Garamond"/>
              </a:rPr>
              <a:t>TEAM ID : </a:t>
            </a:r>
          </a:p>
          <a:p>
            <a:pPr algn="l" marL="863591" indent="-431796" lvl="1">
              <a:lnSpc>
                <a:spcPts val="9999"/>
              </a:lnSpc>
              <a:buFont typeface="Arial"/>
              <a:buChar char="•"/>
            </a:pPr>
            <a:r>
              <a:rPr lang="en-US" sz="3999">
                <a:solidFill>
                  <a:srgbClr val="16598E"/>
                </a:solidFill>
                <a:latin typeface="Garamond"/>
                <a:ea typeface="Garamond"/>
                <a:cs typeface="Garamond"/>
                <a:sym typeface="Garamond"/>
              </a:rPr>
              <a:t>LEADER NAME :</a:t>
            </a:r>
          </a:p>
          <a:p>
            <a:pPr algn="l" marL="863591" indent="-431796" lvl="1">
              <a:lnSpc>
                <a:spcPts val="9999"/>
              </a:lnSpc>
              <a:buFont typeface="Arial"/>
              <a:buChar char="•"/>
            </a:pPr>
            <a:r>
              <a:rPr lang="en-US" sz="3999">
                <a:solidFill>
                  <a:srgbClr val="16598E"/>
                </a:solidFill>
                <a:latin typeface="Garamond"/>
                <a:ea typeface="Garamond"/>
                <a:cs typeface="Garamond"/>
                <a:sym typeface="Garamond"/>
              </a:rPr>
              <a:t>IDEA/ PROJECT TITLE :</a:t>
            </a:r>
          </a:p>
          <a:p>
            <a:pPr algn="l" marL="863591" indent="-431796" lvl="1">
              <a:lnSpc>
                <a:spcPts val="9999"/>
              </a:lnSpc>
              <a:buFont typeface="Arial"/>
              <a:buChar char="•"/>
            </a:pPr>
            <a:r>
              <a:rPr lang="en-US" sz="3999">
                <a:solidFill>
                  <a:srgbClr val="16598E"/>
                </a:solidFill>
                <a:latin typeface="Garamond"/>
                <a:ea typeface="Garamond"/>
                <a:cs typeface="Garamond"/>
                <a:sym typeface="Garamond"/>
              </a:rPr>
              <a:t>THEME :</a:t>
            </a:r>
          </a:p>
          <a:p>
            <a:pPr algn="l" marL="863591" indent="-431796" lvl="1">
              <a:lnSpc>
                <a:spcPts val="9999"/>
              </a:lnSpc>
              <a:buFont typeface="Arial"/>
              <a:buChar char="•"/>
            </a:pPr>
            <a:r>
              <a:rPr lang="en-US" sz="3999">
                <a:solidFill>
                  <a:srgbClr val="16598E"/>
                </a:solidFill>
                <a:latin typeface="Garamond"/>
                <a:ea typeface="Garamond"/>
                <a:cs typeface="Garamond"/>
                <a:sym typeface="Garamond"/>
              </a:rPr>
              <a:t>PROBLEM STATEMENT :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BFBFB">
                <a:alpha val="100000"/>
              </a:srgbClr>
            </a:gs>
            <a:gs pos="33333">
              <a:srgbClr val="F1F1F1">
                <a:alpha val="66500"/>
              </a:srgbClr>
            </a:gs>
            <a:gs pos="66667">
              <a:srgbClr val="E9E9E9">
                <a:alpha val="67000"/>
              </a:srgbClr>
            </a:gs>
            <a:gs pos="100000">
              <a:srgbClr val="E0E1E3">
                <a:alpha val="25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39392">
            <a:off x="-5599131" y="-3928144"/>
            <a:ext cx="29486263" cy="18143288"/>
            <a:chOff x="0" y="0"/>
            <a:chExt cx="39315017" cy="24191051"/>
          </a:xfrm>
        </p:grpSpPr>
        <p:sp>
          <p:nvSpPr>
            <p:cNvPr name="Freeform 3" id="3"/>
            <p:cNvSpPr/>
            <p:nvPr/>
          </p:nvSpPr>
          <p:spPr>
            <a:xfrm flipH="false" flipV="true" rot="0">
              <a:off x="10693806" y="890869"/>
              <a:ext cx="13700313" cy="12738888"/>
            </a:xfrm>
            <a:custGeom>
              <a:avLst/>
              <a:gdLst/>
              <a:ahLst/>
              <a:cxnLst/>
              <a:rect r="r" b="b" t="t" l="l"/>
              <a:pathLst>
                <a:path h="12738888" w="13700313">
                  <a:moveTo>
                    <a:pt x="0" y="12738888"/>
                  </a:moveTo>
                  <a:lnTo>
                    <a:pt x="13700313" y="12738888"/>
                  </a:lnTo>
                  <a:lnTo>
                    <a:pt x="13700313" y="0"/>
                  </a:lnTo>
                  <a:lnTo>
                    <a:pt x="0" y="0"/>
                  </a:lnTo>
                  <a:lnTo>
                    <a:pt x="0" y="12738888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true" rot="0">
              <a:off x="21387611" y="0"/>
              <a:ext cx="13700313" cy="12738888"/>
            </a:xfrm>
            <a:custGeom>
              <a:avLst/>
              <a:gdLst/>
              <a:ahLst/>
              <a:cxnLst/>
              <a:rect r="r" b="b" t="t" l="l"/>
              <a:pathLst>
                <a:path h="12738888" w="13700313">
                  <a:moveTo>
                    <a:pt x="0" y="12738888"/>
                  </a:moveTo>
                  <a:lnTo>
                    <a:pt x="13700314" y="12738888"/>
                  </a:lnTo>
                  <a:lnTo>
                    <a:pt x="13700314" y="0"/>
                  </a:lnTo>
                  <a:lnTo>
                    <a:pt x="0" y="0"/>
                  </a:lnTo>
                  <a:lnTo>
                    <a:pt x="0" y="12738888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true" flipV="false" rot="0">
              <a:off x="25614703" y="9670425"/>
              <a:ext cx="13700313" cy="12738888"/>
            </a:xfrm>
            <a:custGeom>
              <a:avLst/>
              <a:gdLst/>
              <a:ahLst/>
              <a:cxnLst/>
              <a:rect r="r" b="b" t="t" l="l"/>
              <a:pathLst>
                <a:path h="12738888" w="13700313">
                  <a:moveTo>
                    <a:pt x="13700314" y="0"/>
                  </a:moveTo>
                  <a:lnTo>
                    <a:pt x="0" y="0"/>
                  </a:lnTo>
                  <a:lnTo>
                    <a:pt x="0" y="12738888"/>
                  </a:lnTo>
                  <a:lnTo>
                    <a:pt x="13700314" y="12738888"/>
                  </a:lnTo>
                  <a:lnTo>
                    <a:pt x="13700314" y="0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true" flipV="false" rot="0">
              <a:off x="14920898" y="10561294"/>
              <a:ext cx="13700313" cy="12738888"/>
            </a:xfrm>
            <a:custGeom>
              <a:avLst/>
              <a:gdLst/>
              <a:ahLst/>
              <a:cxnLst/>
              <a:rect r="r" b="b" t="t" l="l"/>
              <a:pathLst>
                <a:path h="12738888" w="13700313">
                  <a:moveTo>
                    <a:pt x="13700313" y="0"/>
                  </a:moveTo>
                  <a:lnTo>
                    <a:pt x="0" y="0"/>
                  </a:lnTo>
                  <a:lnTo>
                    <a:pt x="0" y="12738888"/>
                  </a:lnTo>
                  <a:lnTo>
                    <a:pt x="13700313" y="12738888"/>
                  </a:lnTo>
                  <a:lnTo>
                    <a:pt x="13700313" y="0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true" rot="0">
              <a:off x="0" y="1781739"/>
              <a:ext cx="13700313" cy="12738888"/>
            </a:xfrm>
            <a:custGeom>
              <a:avLst/>
              <a:gdLst/>
              <a:ahLst/>
              <a:cxnLst/>
              <a:rect r="r" b="b" t="t" l="l"/>
              <a:pathLst>
                <a:path h="12738888" w="13700313">
                  <a:moveTo>
                    <a:pt x="0" y="12738888"/>
                  </a:moveTo>
                  <a:lnTo>
                    <a:pt x="13700313" y="12738888"/>
                  </a:lnTo>
                  <a:lnTo>
                    <a:pt x="13700313" y="0"/>
                  </a:lnTo>
                  <a:lnTo>
                    <a:pt x="0" y="0"/>
                  </a:lnTo>
                  <a:lnTo>
                    <a:pt x="0" y="12738888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true" flipV="false" rot="0">
              <a:off x="4227092" y="11452163"/>
              <a:ext cx="13700313" cy="12738888"/>
            </a:xfrm>
            <a:custGeom>
              <a:avLst/>
              <a:gdLst/>
              <a:ahLst/>
              <a:cxnLst/>
              <a:rect r="r" b="b" t="t" l="l"/>
              <a:pathLst>
                <a:path h="12738888" w="13700313">
                  <a:moveTo>
                    <a:pt x="13700313" y="0"/>
                  </a:moveTo>
                  <a:lnTo>
                    <a:pt x="0" y="0"/>
                  </a:lnTo>
                  <a:lnTo>
                    <a:pt x="0" y="12738888"/>
                  </a:lnTo>
                  <a:lnTo>
                    <a:pt x="13700313" y="12738888"/>
                  </a:lnTo>
                  <a:lnTo>
                    <a:pt x="13700313" y="0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328767" y="360263"/>
            <a:ext cx="17630466" cy="9566473"/>
            <a:chOff x="0" y="0"/>
            <a:chExt cx="23507288" cy="12755298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7832412"/>
              <a:ext cx="63500" cy="4922886"/>
              <a:chOff x="0" y="0"/>
              <a:chExt cx="12543" cy="972422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12543" cy="972422"/>
              </a:xfrm>
              <a:custGeom>
                <a:avLst/>
                <a:gdLst/>
                <a:ahLst/>
                <a:cxnLst/>
                <a:rect r="r" b="b" t="t" l="l"/>
                <a:pathLst>
                  <a:path h="972422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972422"/>
                    </a:lnTo>
                    <a:lnTo>
                      <a:pt x="0" y="972422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38100"/>
                <a:ext cx="12543" cy="101052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3" id="13"/>
            <p:cNvGrpSpPr/>
            <p:nvPr/>
          </p:nvGrpSpPr>
          <p:grpSpPr>
            <a:xfrm rot="-5400000">
              <a:off x="6920832" y="5834466"/>
              <a:ext cx="63500" cy="13778164"/>
              <a:chOff x="0" y="0"/>
              <a:chExt cx="12543" cy="2721613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12543" cy="2721613"/>
              </a:xfrm>
              <a:custGeom>
                <a:avLst/>
                <a:gdLst/>
                <a:ahLst/>
                <a:cxnLst/>
                <a:rect r="r" b="b" t="t" l="l"/>
                <a:pathLst>
                  <a:path h="2721613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2721613"/>
                    </a:lnTo>
                    <a:lnTo>
                      <a:pt x="0" y="2721613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38100"/>
                <a:ext cx="12543" cy="275971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6" id="16"/>
            <p:cNvGrpSpPr/>
            <p:nvPr/>
          </p:nvGrpSpPr>
          <p:grpSpPr>
            <a:xfrm rot="-10800000">
              <a:off x="23443788" y="0"/>
              <a:ext cx="63500" cy="4922886"/>
              <a:chOff x="0" y="0"/>
              <a:chExt cx="12543" cy="972422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12543" cy="972422"/>
              </a:xfrm>
              <a:custGeom>
                <a:avLst/>
                <a:gdLst/>
                <a:ahLst/>
                <a:cxnLst/>
                <a:rect r="r" b="b" t="t" l="l"/>
                <a:pathLst>
                  <a:path h="972422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972422"/>
                    </a:lnTo>
                    <a:lnTo>
                      <a:pt x="0" y="972422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38100"/>
                <a:ext cx="12543" cy="101052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9" id="19"/>
            <p:cNvGrpSpPr/>
            <p:nvPr/>
          </p:nvGrpSpPr>
          <p:grpSpPr>
            <a:xfrm rot="5400000">
              <a:off x="16522956" y="-6857332"/>
              <a:ext cx="63500" cy="13778164"/>
              <a:chOff x="0" y="0"/>
              <a:chExt cx="12543" cy="2721613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12543" cy="2721613"/>
              </a:xfrm>
              <a:custGeom>
                <a:avLst/>
                <a:gdLst/>
                <a:ahLst/>
                <a:cxnLst/>
                <a:rect r="r" b="b" t="t" l="l"/>
                <a:pathLst>
                  <a:path h="2721613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2721613"/>
                    </a:lnTo>
                    <a:lnTo>
                      <a:pt x="0" y="2721613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38100"/>
                <a:ext cx="12543" cy="275971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2" id="22"/>
            <p:cNvGrpSpPr/>
            <p:nvPr/>
          </p:nvGrpSpPr>
          <p:grpSpPr>
            <a:xfrm rot="-10800000">
              <a:off x="22957231" y="413305"/>
              <a:ext cx="63500" cy="1669468"/>
              <a:chOff x="0" y="0"/>
              <a:chExt cx="12543" cy="329771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12543" cy="329771"/>
              </a:xfrm>
              <a:custGeom>
                <a:avLst/>
                <a:gdLst/>
                <a:ahLst/>
                <a:cxnLst/>
                <a:rect r="r" b="b" t="t" l="l"/>
                <a:pathLst>
                  <a:path h="329771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329771"/>
                    </a:lnTo>
                    <a:lnTo>
                      <a:pt x="0" y="329771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-38100"/>
                <a:ext cx="12543" cy="36787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5" id="25"/>
            <p:cNvGrpSpPr/>
            <p:nvPr/>
          </p:nvGrpSpPr>
          <p:grpSpPr>
            <a:xfrm rot="5400000">
              <a:off x="20138971" y="-2378926"/>
              <a:ext cx="63500" cy="5647961"/>
              <a:chOff x="0" y="0"/>
              <a:chExt cx="12543" cy="1115647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12543" cy="1115647"/>
              </a:xfrm>
              <a:custGeom>
                <a:avLst/>
                <a:gdLst/>
                <a:ahLst/>
                <a:cxnLst/>
                <a:rect r="r" b="b" t="t" l="l"/>
                <a:pathLst>
                  <a:path h="1115647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1115647"/>
                    </a:lnTo>
                    <a:lnTo>
                      <a:pt x="0" y="1115647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0" y="-38100"/>
                <a:ext cx="12543" cy="115374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8" id="28"/>
            <p:cNvGrpSpPr/>
            <p:nvPr/>
          </p:nvGrpSpPr>
          <p:grpSpPr>
            <a:xfrm rot="0">
              <a:off x="486556" y="10672525"/>
              <a:ext cx="63500" cy="1669468"/>
              <a:chOff x="0" y="0"/>
              <a:chExt cx="12543" cy="329771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12543" cy="329771"/>
              </a:xfrm>
              <a:custGeom>
                <a:avLst/>
                <a:gdLst/>
                <a:ahLst/>
                <a:cxnLst/>
                <a:rect r="r" b="b" t="t" l="l"/>
                <a:pathLst>
                  <a:path h="329771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329771"/>
                    </a:lnTo>
                    <a:lnTo>
                      <a:pt x="0" y="329771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0" y="-38100"/>
                <a:ext cx="12543" cy="36787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1" id="31"/>
            <p:cNvGrpSpPr/>
            <p:nvPr/>
          </p:nvGrpSpPr>
          <p:grpSpPr>
            <a:xfrm rot="-5400000">
              <a:off x="3304817" y="9486262"/>
              <a:ext cx="63500" cy="5647961"/>
              <a:chOff x="0" y="0"/>
              <a:chExt cx="12543" cy="1115647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12543" cy="1115647"/>
              </a:xfrm>
              <a:custGeom>
                <a:avLst/>
                <a:gdLst/>
                <a:ahLst/>
                <a:cxnLst/>
                <a:rect r="r" b="b" t="t" l="l"/>
                <a:pathLst>
                  <a:path h="1115647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1115647"/>
                    </a:lnTo>
                    <a:lnTo>
                      <a:pt x="0" y="1115647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0" y="-38100"/>
                <a:ext cx="12543" cy="115374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grpSp>
        <p:nvGrpSpPr>
          <p:cNvPr name="Group 34" id="34"/>
          <p:cNvGrpSpPr/>
          <p:nvPr/>
        </p:nvGrpSpPr>
        <p:grpSpPr>
          <a:xfrm rot="0">
            <a:off x="13955824" y="6587618"/>
            <a:ext cx="6666800" cy="4085592"/>
            <a:chOff x="0" y="0"/>
            <a:chExt cx="8889067" cy="5447455"/>
          </a:xfrm>
        </p:grpSpPr>
        <p:grpSp>
          <p:nvGrpSpPr>
            <p:cNvPr name="Group 35" id="35"/>
            <p:cNvGrpSpPr/>
            <p:nvPr/>
          </p:nvGrpSpPr>
          <p:grpSpPr>
            <a:xfrm rot="-10800000">
              <a:off x="2663403" y="0"/>
              <a:ext cx="6225663" cy="5447455"/>
              <a:chOff x="0" y="0"/>
              <a:chExt cx="812800" cy="711200"/>
            </a:xfrm>
          </p:grpSpPr>
          <p:sp>
            <p:nvSpPr>
              <p:cNvPr name="Freeform 36" id="36"/>
              <p:cNvSpPr/>
              <p:nvPr/>
            </p:nvSpPr>
            <p:spPr>
              <a:xfrm flipH="false" flipV="false" rot="0">
                <a:off x="0" y="0"/>
                <a:ext cx="812800" cy="711200"/>
              </a:xfrm>
              <a:custGeom>
                <a:avLst/>
                <a:gdLst/>
                <a:ahLst/>
                <a:cxnLst/>
                <a:rect r="r" b="b" t="t" l="l"/>
                <a:pathLst>
                  <a:path h="711200" w="812800">
                    <a:moveTo>
                      <a:pt x="406400" y="711200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11200"/>
                    </a:lnTo>
                    <a:close/>
                  </a:path>
                </a:pathLst>
              </a:custGeom>
              <a:solidFill>
                <a:srgbClr val="0661AB"/>
              </a:solidFill>
            </p:spPr>
          </p:sp>
          <p:sp>
            <p:nvSpPr>
              <p:cNvPr name="TextBox 37" id="37"/>
              <p:cNvSpPr txBox="true"/>
              <p:nvPr/>
            </p:nvSpPr>
            <p:spPr>
              <a:xfrm>
                <a:off x="127000" y="12700"/>
                <a:ext cx="558800" cy="3683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8" id="38"/>
            <p:cNvGrpSpPr/>
            <p:nvPr/>
          </p:nvGrpSpPr>
          <p:grpSpPr>
            <a:xfrm rot="-10800000">
              <a:off x="0" y="3821268"/>
              <a:ext cx="5776235" cy="1261779"/>
              <a:chOff x="0" y="0"/>
              <a:chExt cx="1140985" cy="249240"/>
            </a:xfrm>
          </p:grpSpPr>
          <p:sp>
            <p:nvSpPr>
              <p:cNvPr name="Freeform 39" id="39"/>
              <p:cNvSpPr/>
              <p:nvPr/>
            </p:nvSpPr>
            <p:spPr>
              <a:xfrm flipH="false" flipV="false" rot="0">
                <a:off x="0" y="0"/>
                <a:ext cx="1140985" cy="249240"/>
              </a:xfrm>
              <a:custGeom>
                <a:avLst/>
                <a:gdLst/>
                <a:ahLst/>
                <a:cxnLst/>
                <a:rect r="r" b="b" t="t" l="l"/>
                <a:pathLst>
                  <a:path h="249240" w="1140985">
                    <a:moveTo>
                      <a:pt x="203200" y="0"/>
                    </a:moveTo>
                    <a:lnTo>
                      <a:pt x="1140985" y="0"/>
                    </a:lnTo>
                    <a:lnTo>
                      <a:pt x="937785" y="249240"/>
                    </a:lnTo>
                    <a:lnTo>
                      <a:pt x="0" y="24924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88A5C4"/>
              </a:solidFill>
            </p:spPr>
          </p:sp>
          <p:sp>
            <p:nvSpPr>
              <p:cNvPr name="TextBox 40" id="40"/>
              <p:cNvSpPr txBox="true"/>
              <p:nvPr/>
            </p:nvSpPr>
            <p:spPr>
              <a:xfrm>
                <a:off x="101600" y="-38100"/>
                <a:ext cx="937785" cy="28734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41" id="41"/>
            <p:cNvGrpSpPr/>
            <p:nvPr/>
          </p:nvGrpSpPr>
          <p:grpSpPr>
            <a:xfrm rot="-10800000">
              <a:off x="3094536" y="2203713"/>
              <a:ext cx="1551081" cy="1357196"/>
              <a:chOff x="0" y="0"/>
              <a:chExt cx="812800" cy="711200"/>
            </a:xfrm>
          </p:grpSpPr>
          <p:sp>
            <p:nvSpPr>
              <p:cNvPr name="Freeform 42" id="42"/>
              <p:cNvSpPr/>
              <p:nvPr/>
            </p:nvSpPr>
            <p:spPr>
              <a:xfrm flipH="false" flipV="false" rot="0">
                <a:off x="0" y="0"/>
                <a:ext cx="812800" cy="711200"/>
              </a:xfrm>
              <a:custGeom>
                <a:avLst/>
                <a:gdLst/>
                <a:ahLst/>
                <a:cxnLst/>
                <a:rect r="r" b="b" t="t" l="l"/>
                <a:pathLst>
                  <a:path h="711200" w="812800">
                    <a:moveTo>
                      <a:pt x="406400" y="711200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11200"/>
                    </a:lnTo>
                    <a:close/>
                  </a:path>
                </a:pathLst>
              </a:custGeom>
              <a:solidFill>
                <a:srgbClr val="88A5C4"/>
              </a:solidFill>
            </p:spPr>
          </p:sp>
          <p:sp>
            <p:nvSpPr>
              <p:cNvPr name="TextBox 43" id="43"/>
              <p:cNvSpPr txBox="true"/>
              <p:nvPr/>
            </p:nvSpPr>
            <p:spPr>
              <a:xfrm>
                <a:off x="127000" y="12700"/>
                <a:ext cx="558800" cy="3683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grpSp>
        <p:nvGrpSpPr>
          <p:cNvPr name="Group 44" id="44"/>
          <p:cNvGrpSpPr/>
          <p:nvPr/>
        </p:nvGrpSpPr>
        <p:grpSpPr>
          <a:xfrm rot="-10800000">
            <a:off x="-2304700" y="-378866"/>
            <a:ext cx="6666800" cy="4085592"/>
            <a:chOff x="0" y="0"/>
            <a:chExt cx="8889067" cy="5447455"/>
          </a:xfrm>
        </p:grpSpPr>
        <p:grpSp>
          <p:nvGrpSpPr>
            <p:cNvPr name="Group 45" id="45"/>
            <p:cNvGrpSpPr/>
            <p:nvPr/>
          </p:nvGrpSpPr>
          <p:grpSpPr>
            <a:xfrm rot="-10800000">
              <a:off x="2663403" y="0"/>
              <a:ext cx="6225663" cy="5447455"/>
              <a:chOff x="0" y="0"/>
              <a:chExt cx="812800" cy="711200"/>
            </a:xfrm>
          </p:grpSpPr>
          <p:sp>
            <p:nvSpPr>
              <p:cNvPr name="Freeform 46" id="46"/>
              <p:cNvSpPr/>
              <p:nvPr/>
            </p:nvSpPr>
            <p:spPr>
              <a:xfrm flipH="false" flipV="false" rot="0">
                <a:off x="0" y="0"/>
                <a:ext cx="812800" cy="711200"/>
              </a:xfrm>
              <a:custGeom>
                <a:avLst/>
                <a:gdLst/>
                <a:ahLst/>
                <a:cxnLst/>
                <a:rect r="r" b="b" t="t" l="l"/>
                <a:pathLst>
                  <a:path h="711200" w="812800">
                    <a:moveTo>
                      <a:pt x="406400" y="711200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11200"/>
                    </a:lnTo>
                    <a:close/>
                  </a:path>
                </a:pathLst>
              </a:custGeom>
              <a:solidFill>
                <a:srgbClr val="16598E"/>
              </a:solidFill>
            </p:spPr>
          </p:sp>
          <p:sp>
            <p:nvSpPr>
              <p:cNvPr name="TextBox 47" id="47"/>
              <p:cNvSpPr txBox="true"/>
              <p:nvPr/>
            </p:nvSpPr>
            <p:spPr>
              <a:xfrm>
                <a:off x="127000" y="12700"/>
                <a:ext cx="558800" cy="3683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48" id="48"/>
            <p:cNvGrpSpPr/>
            <p:nvPr/>
          </p:nvGrpSpPr>
          <p:grpSpPr>
            <a:xfrm rot="-10800000">
              <a:off x="0" y="3821268"/>
              <a:ext cx="5776235" cy="1261779"/>
              <a:chOff x="0" y="0"/>
              <a:chExt cx="1140985" cy="249240"/>
            </a:xfrm>
          </p:grpSpPr>
          <p:sp>
            <p:nvSpPr>
              <p:cNvPr name="Freeform 49" id="49"/>
              <p:cNvSpPr/>
              <p:nvPr/>
            </p:nvSpPr>
            <p:spPr>
              <a:xfrm flipH="false" flipV="false" rot="0">
                <a:off x="0" y="0"/>
                <a:ext cx="1140985" cy="249240"/>
              </a:xfrm>
              <a:custGeom>
                <a:avLst/>
                <a:gdLst/>
                <a:ahLst/>
                <a:cxnLst/>
                <a:rect r="r" b="b" t="t" l="l"/>
                <a:pathLst>
                  <a:path h="249240" w="1140985">
                    <a:moveTo>
                      <a:pt x="203200" y="0"/>
                    </a:moveTo>
                    <a:lnTo>
                      <a:pt x="1140985" y="0"/>
                    </a:lnTo>
                    <a:lnTo>
                      <a:pt x="937785" y="249240"/>
                    </a:lnTo>
                    <a:lnTo>
                      <a:pt x="0" y="24924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88A5C4"/>
              </a:solidFill>
            </p:spPr>
          </p:sp>
          <p:sp>
            <p:nvSpPr>
              <p:cNvPr name="TextBox 50" id="50"/>
              <p:cNvSpPr txBox="true"/>
              <p:nvPr/>
            </p:nvSpPr>
            <p:spPr>
              <a:xfrm>
                <a:off x="101600" y="-38100"/>
                <a:ext cx="937785" cy="28734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51" id="51"/>
            <p:cNvGrpSpPr/>
            <p:nvPr/>
          </p:nvGrpSpPr>
          <p:grpSpPr>
            <a:xfrm rot="-10800000">
              <a:off x="3094536" y="2203713"/>
              <a:ext cx="1551081" cy="1357196"/>
              <a:chOff x="0" y="0"/>
              <a:chExt cx="812800" cy="711200"/>
            </a:xfrm>
          </p:grpSpPr>
          <p:sp>
            <p:nvSpPr>
              <p:cNvPr name="Freeform 52" id="52"/>
              <p:cNvSpPr/>
              <p:nvPr/>
            </p:nvSpPr>
            <p:spPr>
              <a:xfrm flipH="false" flipV="false" rot="0">
                <a:off x="0" y="0"/>
                <a:ext cx="812800" cy="711200"/>
              </a:xfrm>
              <a:custGeom>
                <a:avLst/>
                <a:gdLst/>
                <a:ahLst/>
                <a:cxnLst/>
                <a:rect r="r" b="b" t="t" l="l"/>
                <a:pathLst>
                  <a:path h="711200" w="812800">
                    <a:moveTo>
                      <a:pt x="406400" y="711200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11200"/>
                    </a:lnTo>
                    <a:close/>
                  </a:path>
                </a:pathLst>
              </a:custGeom>
              <a:solidFill>
                <a:srgbClr val="A5B4C7"/>
              </a:solidFill>
            </p:spPr>
          </p:sp>
          <p:sp>
            <p:nvSpPr>
              <p:cNvPr name="TextBox 53" id="53"/>
              <p:cNvSpPr txBox="true"/>
              <p:nvPr/>
            </p:nvSpPr>
            <p:spPr>
              <a:xfrm>
                <a:off x="127000" y="12700"/>
                <a:ext cx="558800" cy="3683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sp>
        <p:nvSpPr>
          <p:cNvPr name="Freeform 54" id="54"/>
          <p:cNvSpPr/>
          <p:nvPr/>
        </p:nvSpPr>
        <p:spPr>
          <a:xfrm flipH="false" flipV="false" rot="0">
            <a:off x="6554802" y="2610246"/>
            <a:ext cx="5860852" cy="6020168"/>
          </a:xfrm>
          <a:custGeom>
            <a:avLst/>
            <a:gdLst/>
            <a:ahLst/>
            <a:cxnLst/>
            <a:rect r="r" b="b" t="t" l="l"/>
            <a:pathLst>
              <a:path h="6020168" w="5860852">
                <a:moveTo>
                  <a:pt x="0" y="0"/>
                </a:moveTo>
                <a:lnTo>
                  <a:pt x="5860852" y="0"/>
                </a:lnTo>
                <a:lnTo>
                  <a:pt x="5860852" y="6020168"/>
                </a:lnTo>
                <a:lnTo>
                  <a:pt x="0" y="602016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5000"/>
            </a:blip>
            <a:stretch>
              <a:fillRect l="-19583" t="-43365" r="-19583" b="-52970"/>
            </a:stretch>
          </a:blipFill>
        </p:spPr>
      </p:sp>
      <p:sp>
        <p:nvSpPr>
          <p:cNvPr name="TextBox 55" id="55"/>
          <p:cNvSpPr txBox="true"/>
          <p:nvPr/>
        </p:nvSpPr>
        <p:spPr>
          <a:xfrm rot="0">
            <a:off x="742482" y="950599"/>
            <a:ext cx="16350450" cy="1419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20"/>
              </a:lnSpc>
            </a:pPr>
            <a:r>
              <a:rPr lang="en-US" b="true" sz="6000">
                <a:solidFill>
                  <a:srgbClr val="16598E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PROBLEM STATEMENT &amp; </a:t>
            </a:r>
          </a:p>
          <a:p>
            <a:pPr algn="ctr">
              <a:lnSpc>
                <a:spcPts val="5220"/>
              </a:lnSpc>
            </a:pPr>
            <a:r>
              <a:rPr lang="en-US" b="true" sz="6000">
                <a:solidFill>
                  <a:srgbClr val="16598E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ROOT CAUSE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1564173" y="3839569"/>
            <a:ext cx="15159654" cy="47847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3591" indent="-431796" lvl="1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16598E"/>
                </a:solidFill>
                <a:latin typeface="Garamond"/>
                <a:ea typeface="Garamond"/>
                <a:cs typeface="Garamond"/>
                <a:sym typeface="Garamond"/>
              </a:rPr>
              <a:t>CLEAR BREAKDOWN OF THE REAL-WORLD ISSUE IN YOUR OWN WORD</a:t>
            </a:r>
          </a:p>
          <a:p>
            <a:pPr algn="l" marL="863591" indent="-431796" lvl="1">
              <a:lnSpc>
                <a:spcPts val="9999"/>
              </a:lnSpc>
              <a:buFont typeface="Arial"/>
              <a:buChar char="•"/>
            </a:pPr>
            <a:r>
              <a:rPr lang="en-US" sz="3999">
                <a:solidFill>
                  <a:srgbClr val="16598E"/>
                </a:solidFill>
                <a:latin typeface="Garamond"/>
                <a:ea typeface="Garamond"/>
                <a:cs typeface="Garamond"/>
                <a:sym typeface="Garamond"/>
              </a:rPr>
              <a:t>KEY PAIN POINTS &amp; AFFECTED STAKEHOLDERS </a:t>
            </a:r>
          </a:p>
          <a:p>
            <a:pPr algn="l" marL="863591" indent="-431796" lvl="1">
              <a:lnSpc>
                <a:spcPts val="9999"/>
              </a:lnSpc>
              <a:buFont typeface="Arial"/>
              <a:buChar char="•"/>
            </a:pPr>
            <a:r>
              <a:rPr lang="en-US" sz="3999">
                <a:solidFill>
                  <a:srgbClr val="16598E"/>
                </a:solidFill>
                <a:latin typeface="Garamond"/>
                <a:ea typeface="Garamond"/>
                <a:cs typeface="Garamond"/>
                <a:sym typeface="Garamond"/>
              </a:rPr>
              <a:t>SHORTCOMINGS OF CURRENT/EXISTING SOLUTIONS </a:t>
            </a:r>
          </a:p>
          <a:p>
            <a:pPr algn="l">
              <a:lnSpc>
                <a:spcPts val="8749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BFBFB">
                <a:alpha val="100000"/>
              </a:srgbClr>
            </a:gs>
            <a:gs pos="33333">
              <a:srgbClr val="F1F1F1">
                <a:alpha val="66500"/>
              </a:srgbClr>
            </a:gs>
            <a:gs pos="66667">
              <a:srgbClr val="E9E9E9">
                <a:alpha val="67000"/>
              </a:srgbClr>
            </a:gs>
            <a:gs pos="100000">
              <a:srgbClr val="E0E1E3">
                <a:alpha val="25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39392">
            <a:off x="-5599131" y="-3928144"/>
            <a:ext cx="29486263" cy="18143288"/>
            <a:chOff x="0" y="0"/>
            <a:chExt cx="39315017" cy="24191051"/>
          </a:xfrm>
        </p:grpSpPr>
        <p:sp>
          <p:nvSpPr>
            <p:cNvPr name="Freeform 3" id="3"/>
            <p:cNvSpPr/>
            <p:nvPr/>
          </p:nvSpPr>
          <p:spPr>
            <a:xfrm flipH="false" flipV="true" rot="0">
              <a:off x="10693806" y="890869"/>
              <a:ext cx="13700313" cy="12738888"/>
            </a:xfrm>
            <a:custGeom>
              <a:avLst/>
              <a:gdLst/>
              <a:ahLst/>
              <a:cxnLst/>
              <a:rect r="r" b="b" t="t" l="l"/>
              <a:pathLst>
                <a:path h="12738888" w="13700313">
                  <a:moveTo>
                    <a:pt x="0" y="12738888"/>
                  </a:moveTo>
                  <a:lnTo>
                    <a:pt x="13700313" y="12738888"/>
                  </a:lnTo>
                  <a:lnTo>
                    <a:pt x="13700313" y="0"/>
                  </a:lnTo>
                  <a:lnTo>
                    <a:pt x="0" y="0"/>
                  </a:lnTo>
                  <a:lnTo>
                    <a:pt x="0" y="12738888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true" rot="0">
              <a:off x="21387611" y="0"/>
              <a:ext cx="13700313" cy="12738888"/>
            </a:xfrm>
            <a:custGeom>
              <a:avLst/>
              <a:gdLst/>
              <a:ahLst/>
              <a:cxnLst/>
              <a:rect r="r" b="b" t="t" l="l"/>
              <a:pathLst>
                <a:path h="12738888" w="13700313">
                  <a:moveTo>
                    <a:pt x="0" y="12738888"/>
                  </a:moveTo>
                  <a:lnTo>
                    <a:pt x="13700314" y="12738888"/>
                  </a:lnTo>
                  <a:lnTo>
                    <a:pt x="13700314" y="0"/>
                  </a:lnTo>
                  <a:lnTo>
                    <a:pt x="0" y="0"/>
                  </a:lnTo>
                  <a:lnTo>
                    <a:pt x="0" y="12738888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true" flipV="false" rot="0">
              <a:off x="25614703" y="9670425"/>
              <a:ext cx="13700313" cy="12738888"/>
            </a:xfrm>
            <a:custGeom>
              <a:avLst/>
              <a:gdLst/>
              <a:ahLst/>
              <a:cxnLst/>
              <a:rect r="r" b="b" t="t" l="l"/>
              <a:pathLst>
                <a:path h="12738888" w="13700313">
                  <a:moveTo>
                    <a:pt x="13700314" y="0"/>
                  </a:moveTo>
                  <a:lnTo>
                    <a:pt x="0" y="0"/>
                  </a:lnTo>
                  <a:lnTo>
                    <a:pt x="0" y="12738888"/>
                  </a:lnTo>
                  <a:lnTo>
                    <a:pt x="13700314" y="12738888"/>
                  </a:lnTo>
                  <a:lnTo>
                    <a:pt x="13700314" y="0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true" flipV="false" rot="0">
              <a:off x="14920898" y="10561294"/>
              <a:ext cx="13700313" cy="12738888"/>
            </a:xfrm>
            <a:custGeom>
              <a:avLst/>
              <a:gdLst/>
              <a:ahLst/>
              <a:cxnLst/>
              <a:rect r="r" b="b" t="t" l="l"/>
              <a:pathLst>
                <a:path h="12738888" w="13700313">
                  <a:moveTo>
                    <a:pt x="13700313" y="0"/>
                  </a:moveTo>
                  <a:lnTo>
                    <a:pt x="0" y="0"/>
                  </a:lnTo>
                  <a:lnTo>
                    <a:pt x="0" y="12738888"/>
                  </a:lnTo>
                  <a:lnTo>
                    <a:pt x="13700313" y="12738888"/>
                  </a:lnTo>
                  <a:lnTo>
                    <a:pt x="13700313" y="0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true" rot="0">
              <a:off x="0" y="1781739"/>
              <a:ext cx="13700313" cy="12738888"/>
            </a:xfrm>
            <a:custGeom>
              <a:avLst/>
              <a:gdLst/>
              <a:ahLst/>
              <a:cxnLst/>
              <a:rect r="r" b="b" t="t" l="l"/>
              <a:pathLst>
                <a:path h="12738888" w="13700313">
                  <a:moveTo>
                    <a:pt x="0" y="12738888"/>
                  </a:moveTo>
                  <a:lnTo>
                    <a:pt x="13700313" y="12738888"/>
                  </a:lnTo>
                  <a:lnTo>
                    <a:pt x="13700313" y="0"/>
                  </a:lnTo>
                  <a:lnTo>
                    <a:pt x="0" y="0"/>
                  </a:lnTo>
                  <a:lnTo>
                    <a:pt x="0" y="12738888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true" flipV="false" rot="0">
              <a:off x="4227092" y="11452163"/>
              <a:ext cx="13700313" cy="12738888"/>
            </a:xfrm>
            <a:custGeom>
              <a:avLst/>
              <a:gdLst/>
              <a:ahLst/>
              <a:cxnLst/>
              <a:rect r="r" b="b" t="t" l="l"/>
              <a:pathLst>
                <a:path h="12738888" w="13700313">
                  <a:moveTo>
                    <a:pt x="13700313" y="0"/>
                  </a:moveTo>
                  <a:lnTo>
                    <a:pt x="0" y="0"/>
                  </a:lnTo>
                  <a:lnTo>
                    <a:pt x="0" y="12738888"/>
                  </a:lnTo>
                  <a:lnTo>
                    <a:pt x="13700313" y="12738888"/>
                  </a:lnTo>
                  <a:lnTo>
                    <a:pt x="13700313" y="0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328767" y="360263"/>
            <a:ext cx="17630466" cy="9566473"/>
            <a:chOff x="0" y="0"/>
            <a:chExt cx="23507288" cy="12755298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7832412"/>
              <a:ext cx="63500" cy="4922886"/>
              <a:chOff x="0" y="0"/>
              <a:chExt cx="12543" cy="972422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12543" cy="972422"/>
              </a:xfrm>
              <a:custGeom>
                <a:avLst/>
                <a:gdLst/>
                <a:ahLst/>
                <a:cxnLst/>
                <a:rect r="r" b="b" t="t" l="l"/>
                <a:pathLst>
                  <a:path h="972422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972422"/>
                    </a:lnTo>
                    <a:lnTo>
                      <a:pt x="0" y="972422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38100"/>
                <a:ext cx="12543" cy="101052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3" id="13"/>
            <p:cNvGrpSpPr/>
            <p:nvPr/>
          </p:nvGrpSpPr>
          <p:grpSpPr>
            <a:xfrm rot="-5400000">
              <a:off x="6920832" y="5834466"/>
              <a:ext cx="63500" cy="13778164"/>
              <a:chOff x="0" y="0"/>
              <a:chExt cx="12543" cy="2721613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12543" cy="2721613"/>
              </a:xfrm>
              <a:custGeom>
                <a:avLst/>
                <a:gdLst/>
                <a:ahLst/>
                <a:cxnLst/>
                <a:rect r="r" b="b" t="t" l="l"/>
                <a:pathLst>
                  <a:path h="2721613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2721613"/>
                    </a:lnTo>
                    <a:lnTo>
                      <a:pt x="0" y="2721613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38100"/>
                <a:ext cx="12543" cy="275971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6" id="16"/>
            <p:cNvGrpSpPr/>
            <p:nvPr/>
          </p:nvGrpSpPr>
          <p:grpSpPr>
            <a:xfrm rot="-10800000">
              <a:off x="23443788" y="0"/>
              <a:ext cx="63500" cy="4922886"/>
              <a:chOff x="0" y="0"/>
              <a:chExt cx="12543" cy="972422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12543" cy="972422"/>
              </a:xfrm>
              <a:custGeom>
                <a:avLst/>
                <a:gdLst/>
                <a:ahLst/>
                <a:cxnLst/>
                <a:rect r="r" b="b" t="t" l="l"/>
                <a:pathLst>
                  <a:path h="972422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972422"/>
                    </a:lnTo>
                    <a:lnTo>
                      <a:pt x="0" y="972422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38100"/>
                <a:ext cx="12543" cy="101052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9" id="19"/>
            <p:cNvGrpSpPr/>
            <p:nvPr/>
          </p:nvGrpSpPr>
          <p:grpSpPr>
            <a:xfrm rot="5400000">
              <a:off x="16522956" y="-6857332"/>
              <a:ext cx="63500" cy="13778164"/>
              <a:chOff x="0" y="0"/>
              <a:chExt cx="12543" cy="2721613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12543" cy="2721613"/>
              </a:xfrm>
              <a:custGeom>
                <a:avLst/>
                <a:gdLst/>
                <a:ahLst/>
                <a:cxnLst/>
                <a:rect r="r" b="b" t="t" l="l"/>
                <a:pathLst>
                  <a:path h="2721613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2721613"/>
                    </a:lnTo>
                    <a:lnTo>
                      <a:pt x="0" y="2721613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38100"/>
                <a:ext cx="12543" cy="275971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2" id="22"/>
            <p:cNvGrpSpPr/>
            <p:nvPr/>
          </p:nvGrpSpPr>
          <p:grpSpPr>
            <a:xfrm rot="-10800000">
              <a:off x="22957231" y="413305"/>
              <a:ext cx="63500" cy="1669468"/>
              <a:chOff x="0" y="0"/>
              <a:chExt cx="12543" cy="329771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12543" cy="329771"/>
              </a:xfrm>
              <a:custGeom>
                <a:avLst/>
                <a:gdLst/>
                <a:ahLst/>
                <a:cxnLst/>
                <a:rect r="r" b="b" t="t" l="l"/>
                <a:pathLst>
                  <a:path h="329771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329771"/>
                    </a:lnTo>
                    <a:lnTo>
                      <a:pt x="0" y="329771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-38100"/>
                <a:ext cx="12543" cy="36787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5" id="25"/>
            <p:cNvGrpSpPr/>
            <p:nvPr/>
          </p:nvGrpSpPr>
          <p:grpSpPr>
            <a:xfrm rot="5400000">
              <a:off x="20138971" y="-2378926"/>
              <a:ext cx="63500" cy="5647961"/>
              <a:chOff x="0" y="0"/>
              <a:chExt cx="12543" cy="1115647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12543" cy="1115647"/>
              </a:xfrm>
              <a:custGeom>
                <a:avLst/>
                <a:gdLst/>
                <a:ahLst/>
                <a:cxnLst/>
                <a:rect r="r" b="b" t="t" l="l"/>
                <a:pathLst>
                  <a:path h="1115647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1115647"/>
                    </a:lnTo>
                    <a:lnTo>
                      <a:pt x="0" y="1115647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0" y="-38100"/>
                <a:ext cx="12543" cy="115374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8" id="28"/>
            <p:cNvGrpSpPr/>
            <p:nvPr/>
          </p:nvGrpSpPr>
          <p:grpSpPr>
            <a:xfrm rot="0">
              <a:off x="486556" y="10672525"/>
              <a:ext cx="63500" cy="1669468"/>
              <a:chOff x="0" y="0"/>
              <a:chExt cx="12543" cy="329771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12543" cy="329771"/>
              </a:xfrm>
              <a:custGeom>
                <a:avLst/>
                <a:gdLst/>
                <a:ahLst/>
                <a:cxnLst/>
                <a:rect r="r" b="b" t="t" l="l"/>
                <a:pathLst>
                  <a:path h="329771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329771"/>
                    </a:lnTo>
                    <a:lnTo>
                      <a:pt x="0" y="329771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0" y="-38100"/>
                <a:ext cx="12543" cy="36787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1" id="31"/>
            <p:cNvGrpSpPr/>
            <p:nvPr/>
          </p:nvGrpSpPr>
          <p:grpSpPr>
            <a:xfrm rot="-5400000">
              <a:off x="3304817" y="9486262"/>
              <a:ext cx="63500" cy="5647961"/>
              <a:chOff x="0" y="0"/>
              <a:chExt cx="12543" cy="1115647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12543" cy="1115647"/>
              </a:xfrm>
              <a:custGeom>
                <a:avLst/>
                <a:gdLst/>
                <a:ahLst/>
                <a:cxnLst/>
                <a:rect r="r" b="b" t="t" l="l"/>
                <a:pathLst>
                  <a:path h="1115647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1115647"/>
                    </a:lnTo>
                    <a:lnTo>
                      <a:pt x="0" y="1115647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0" y="-38100"/>
                <a:ext cx="12543" cy="115374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grpSp>
        <p:nvGrpSpPr>
          <p:cNvPr name="Group 34" id="34"/>
          <p:cNvGrpSpPr/>
          <p:nvPr/>
        </p:nvGrpSpPr>
        <p:grpSpPr>
          <a:xfrm rot="0">
            <a:off x="13955824" y="6587618"/>
            <a:ext cx="6666800" cy="4085592"/>
            <a:chOff x="0" y="0"/>
            <a:chExt cx="8889067" cy="5447455"/>
          </a:xfrm>
        </p:grpSpPr>
        <p:grpSp>
          <p:nvGrpSpPr>
            <p:cNvPr name="Group 35" id="35"/>
            <p:cNvGrpSpPr/>
            <p:nvPr/>
          </p:nvGrpSpPr>
          <p:grpSpPr>
            <a:xfrm rot="-10800000">
              <a:off x="2663403" y="0"/>
              <a:ext cx="6225663" cy="5447455"/>
              <a:chOff x="0" y="0"/>
              <a:chExt cx="812800" cy="711200"/>
            </a:xfrm>
          </p:grpSpPr>
          <p:sp>
            <p:nvSpPr>
              <p:cNvPr name="Freeform 36" id="36"/>
              <p:cNvSpPr/>
              <p:nvPr/>
            </p:nvSpPr>
            <p:spPr>
              <a:xfrm flipH="false" flipV="false" rot="0">
                <a:off x="0" y="0"/>
                <a:ext cx="812800" cy="711200"/>
              </a:xfrm>
              <a:custGeom>
                <a:avLst/>
                <a:gdLst/>
                <a:ahLst/>
                <a:cxnLst/>
                <a:rect r="r" b="b" t="t" l="l"/>
                <a:pathLst>
                  <a:path h="711200" w="812800">
                    <a:moveTo>
                      <a:pt x="406400" y="711200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11200"/>
                    </a:lnTo>
                    <a:close/>
                  </a:path>
                </a:pathLst>
              </a:custGeom>
              <a:solidFill>
                <a:srgbClr val="16598E"/>
              </a:solidFill>
            </p:spPr>
          </p:sp>
          <p:sp>
            <p:nvSpPr>
              <p:cNvPr name="TextBox 37" id="37"/>
              <p:cNvSpPr txBox="true"/>
              <p:nvPr/>
            </p:nvSpPr>
            <p:spPr>
              <a:xfrm>
                <a:off x="127000" y="12700"/>
                <a:ext cx="558800" cy="3683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8" id="38"/>
            <p:cNvGrpSpPr/>
            <p:nvPr/>
          </p:nvGrpSpPr>
          <p:grpSpPr>
            <a:xfrm rot="-10800000">
              <a:off x="0" y="3821268"/>
              <a:ext cx="5776235" cy="1261779"/>
              <a:chOff x="0" y="0"/>
              <a:chExt cx="1140985" cy="249240"/>
            </a:xfrm>
          </p:grpSpPr>
          <p:sp>
            <p:nvSpPr>
              <p:cNvPr name="Freeform 39" id="39"/>
              <p:cNvSpPr/>
              <p:nvPr/>
            </p:nvSpPr>
            <p:spPr>
              <a:xfrm flipH="false" flipV="false" rot="0">
                <a:off x="0" y="0"/>
                <a:ext cx="1140985" cy="249240"/>
              </a:xfrm>
              <a:custGeom>
                <a:avLst/>
                <a:gdLst/>
                <a:ahLst/>
                <a:cxnLst/>
                <a:rect r="r" b="b" t="t" l="l"/>
                <a:pathLst>
                  <a:path h="249240" w="1140985">
                    <a:moveTo>
                      <a:pt x="203200" y="0"/>
                    </a:moveTo>
                    <a:lnTo>
                      <a:pt x="1140985" y="0"/>
                    </a:lnTo>
                    <a:lnTo>
                      <a:pt x="937785" y="249240"/>
                    </a:lnTo>
                    <a:lnTo>
                      <a:pt x="0" y="24924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88A5C4"/>
              </a:solidFill>
            </p:spPr>
          </p:sp>
          <p:sp>
            <p:nvSpPr>
              <p:cNvPr name="TextBox 40" id="40"/>
              <p:cNvSpPr txBox="true"/>
              <p:nvPr/>
            </p:nvSpPr>
            <p:spPr>
              <a:xfrm>
                <a:off x="101600" y="-38100"/>
                <a:ext cx="937785" cy="28734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41" id="41"/>
            <p:cNvGrpSpPr/>
            <p:nvPr/>
          </p:nvGrpSpPr>
          <p:grpSpPr>
            <a:xfrm rot="-10800000">
              <a:off x="3094536" y="2203713"/>
              <a:ext cx="1551081" cy="1357196"/>
              <a:chOff x="0" y="0"/>
              <a:chExt cx="812800" cy="711200"/>
            </a:xfrm>
          </p:grpSpPr>
          <p:sp>
            <p:nvSpPr>
              <p:cNvPr name="Freeform 42" id="42"/>
              <p:cNvSpPr/>
              <p:nvPr/>
            </p:nvSpPr>
            <p:spPr>
              <a:xfrm flipH="false" flipV="false" rot="0">
                <a:off x="0" y="0"/>
                <a:ext cx="812800" cy="711200"/>
              </a:xfrm>
              <a:custGeom>
                <a:avLst/>
                <a:gdLst/>
                <a:ahLst/>
                <a:cxnLst/>
                <a:rect r="r" b="b" t="t" l="l"/>
                <a:pathLst>
                  <a:path h="711200" w="812800">
                    <a:moveTo>
                      <a:pt x="406400" y="711200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11200"/>
                    </a:lnTo>
                    <a:close/>
                  </a:path>
                </a:pathLst>
              </a:custGeom>
              <a:solidFill>
                <a:srgbClr val="A5B4C7"/>
              </a:solidFill>
            </p:spPr>
          </p:sp>
          <p:sp>
            <p:nvSpPr>
              <p:cNvPr name="TextBox 43" id="43"/>
              <p:cNvSpPr txBox="true"/>
              <p:nvPr/>
            </p:nvSpPr>
            <p:spPr>
              <a:xfrm>
                <a:off x="127000" y="12700"/>
                <a:ext cx="558800" cy="3683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grpSp>
        <p:nvGrpSpPr>
          <p:cNvPr name="Group 44" id="44"/>
          <p:cNvGrpSpPr/>
          <p:nvPr/>
        </p:nvGrpSpPr>
        <p:grpSpPr>
          <a:xfrm rot="-10800000">
            <a:off x="-2304700" y="-378866"/>
            <a:ext cx="6666800" cy="4085592"/>
            <a:chOff x="0" y="0"/>
            <a:chExt cx="8889067" cy="5447455"/>
          </a:xfrm>
        </p:grpSpPr>
        <p:grpSp>
          <p:nvGrpSpPr>
            <p:cNvPr name="Group 45" id="45"/>
            <p:cNvGrpSpPr/>
            <p:nvPr/>
          </p:nvGrpSpPr>
          <p:grpSpPr>
            <a:xfrm rot="-10800000">
              <a:off x="2663403" y="0"/>
              <a:ext cx="6225663" cy="5447455"/>
              <a:chOff x="0" y="0"/>
              <a:chExt cx="812800" cy="711200"/>
            </a:xfrm>
          </p:grpSpPr>
          <p:sp>
            <p:nvSpPr>
              <p:cNvPr name="Freeform 46" id="46"/>
              <p:cNvSpPr/>
              <p:nvPr/>
            </p:nvSpPr>
            <p:spPr>
              <a:xfrm flipH="false" flipV="false" rot="0">
                <a:off x="0" y="0"/>
                <a:ext cx="812800" cy="711200"/>
              </a:xfrm>
              <a:custGeom>
                <a:avLst/>
                <a:gdLst/>
                <a:ahLst/>
                <a:cxnLst/>
                <a:rect r="r" b="b" t="t" l="l"/>
                <a:pathLst>
                  <a:path h="711200" w="812800">
                    <a:moveTo>
                      <a:pt x="406400" y="711200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11200"/>
                    </a:lnTo>
                    <a:close/>
                  </a:path>
                </a:pathLst>
              </a:custGeom>
              <a:solidFill>
                <a:srgbClr val="16598E"/>
              </a:solidFill>
            </p:spPr>
          </p:sp>
          <p:sp>
            <p:nvSpPr>
              <p:cNvPr name="TextBox 47" id="47"/>
              <p:cNvSpPr txBox="true"/>
              <p:nvPr/>
            </p:nvSpPr>
            <p:spPr>
              <a:xfrm>
                <a:off x="127000" y="12700"/>
                <a:ext cx="558800" cy="3683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48" id="48"/>
            <p:cNvGrpSpPr/>
            <p:nvPr/>
          </p:nvGrpSpPr>
          <p:grpSpPr>
            <a:xfrm rot="-10800000">
              <a:off x="0" y="3821268"/>
              <a:ext cx="5776235" cy="1261779"/>
              <a:chOff x="0" y="0"/>
              <a:chExt cx="1140985" cy="249240"/>
            </a:xfrm>
          </p:grpSpPr>
          <p:sp>
            <p:nvSpPr>
              <p:cNvPr name="Freeform 49" id="49"/>
              <p:cNvSpPr/>
              <p:nvPr/>
            </p:nvSpPr>
            <p:spPr>
              <a:xfrm flipH="false" flipV="false" rot="0">
                <a:off x="0" y="0"/>
                <a:ext cx="1140985" cy="249240"/>
              </a:xfrm>
              <a:custGeom>
                <a:avLst/>
                <a:gdLst/>
                <a:ahLst/>
                <a:cxnLst/>
                <a:rect r="r" b="b" t="t" l="l"/>
                <a:pathLst>
                  <a:path h="249240" w="1140985">
                    <a:moveTo>
                      <a:pt x="203200" y="0"/>
                    </a:moveTo>
                    <a:lnTo>
                      <a:pt x="1140985" y="0"/>
                    </a:lnTo>
                    <a:lnTo>
                      <a:pt x="937785" y="249240"/>
                    </a:lnTo>
                    <a:lnTo>
                      <a:pt x="0" y="24924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88A5C4"/>
              </a:solidFill>
            </p:spPr>
          </p:sp>
          <p:sp>
            <p:nvSpPr>
              <p:cNvPr name="TextBox 50" id="50"/>
              <p:cNvSpPr txBox="true"/>
              <p:nvPr/>
            </p:nvSpPr>
            <p:spPr>
              <a:xfrm>
                <a:off x="101600" y="-38100"/>
                <a:ext cx="937785" cy="28734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51" id="51"/>
            <p:cNvGrpSpPr/>
            <p:nvPr/>
          </p:nvGrpSpPr>
          <p:grpSpPr>
            <a:xfrm rot="-10800000">
              <a:off x="3094536" y="2203713"/>
              <a:ext cx="1551081" cy="1357196"/>
              <a:chOff x="0" y="0"/>
              <a:chExt cx="812800" cy="711200"/>
            </a:xfrm>
          </p:grpSpPr>
          <p:sp>
            <p:nvSpPr>
              <p:cNvPr name="Freeform 52" id="52"/>
              <p:cNvSpPr/>
              <p:nvPr/>
            </p:nvSpPr>
            <p:spPr>
              <a:xfrm flipH="false" flipV="false" rot="0">
                <a:off x="0" y="0"/>
                <a:ext cx="812800" cy="711200"/>
              </a:xfrm>
              <a:custGeom>
                <a:avLst/>
                <a:gdLst/>
                <a:ahLst/>
                <a:cxnLst/>
                <a:rect r="r" b="b" t="t" l="l"/>
                <a:pathLst>
                  <a:path h="711200" w="812800">
                    <a:moveTo>
                      <a:pt x="406400" y="711200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11200"/>
                    </a:lnTo>
                    <a:close/>
                  </a:path>
                </a:pathLst>
              </a:custGeom>
              <a:solidFill>
                <a:srgbClr val="A5B4C7"/>
              </a:solidFill>
            </p:spPr>
          </p:sp>
          <p:sp>
            <p:nvSpPr>
              <p:cNvPr name="TextBox 53" id="53"/>
              <p:cNvSpPr txBox="true"/>
              <p:nvPr/>
            </p:nvSpPr>
            <p:spPr>
              <a:xfrm>
                <a:off x="127000" y="12700"/>
                <a:ext cx="558800" cy="3683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sp>
        <p:nvSpPr>
          <p:cNvPr name="Freeform 54" id="54"/>
          <p:cNvSpPr/>
          <p:nvPr/>
        </p:nvSpPr>
        <p:spPr>
          <a:xfrm flipH="false" flipV="false" rot="0">
            <a:off x="6554802" y="2610246"/>
            <a:ext cx="5860852" cy="6020168"/>
          </a:xfrm>
          <a:custGeom>
            <a:avLst/>
            <a:gdLst/>
            <a:ahLst/>
            <a:cxnLst/>
            <a:rect r="r" b="b" t="t" l="l"/>
            <a:pathLst>
              <a:path h="6020168" w="5860852">
                <a:moveTo>
                  <a:pt x="0" y="0"/>
                </a:moveTo>
                <a:lnTo>
                  <a:pt x="5860852" y="0"/>
                </a:lnTo>
                <a:lnTo>
                  <a:pt x="5860852" y="6020168"/>
                </a:lnTo>
                <a:lnTo>
                  <a:pt x="0" y="602016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5000"/>
            </a:blip>
            <a:stretch>
              <a:fillRect l="-19583" t="-43365" r="-19583" b="-52970"/>
            </a:stretch>
          </a:blipFill>
        </p:spPr>
      </p:sp>
      <p:sp>
        <p:nvSpPr>
          <p:cNvPr name="TextBox 55" id="55"/>
          <p:cNvSpPr txBox="true"/>
          <p:nvPr/>
        </p:nvSpPr>
        <p:spPr>
          <a:xfrm rot="0">
            <a:off x="2110088" y="1060752"/>
            <a:ext cx="13522204" cy="1060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b="true" sz="6000">
                <a:solidFill>
                  <a:srgbClr val="16598E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PROPOSED SOLUTION 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1905401" y="2991429"/>
            <a:ext cx="15159654" cy="58959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3591" indent="-431796" lvl="1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16598E"/>
                </a:solidFill>
                <a:latin typeface="Garamond"/>
                <a:ea typeface="Garamond"/>
                <a:cs typeface="Garamond"/>
                <a:sym typeface="Garamond"/>
              </a:rPr>
              <a:t>HIGH-LEVEL CONCEPT &amp; CORE VALUE PROPOSITION</a:t>
            </a:r>
          </a:p>
          <a:p>
            <a:pPr algn="l">
              <a:lnSpc>
                <a:spcPts val="5599"/>
              </a:lnSpc>
            </a:pPr>
          </a:p>
          <a:p>
            <a:pPr algn="l" marL="863591" indent="-431796" lvl="1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16598E"/>
                </a:solidFill>
                <a:latin typeface="Garamond"/>
                <a:ea typeface="Garamond"/>
                <a:cs typeface="Garamond"/>
                <a:sym typeface="Garamond"/>
              </a:rPr>
              <a:t> </a:t>
            </a:r>
            <a:r>
              <a:rPr lang="en-US" sz="3999">
                <a:solidFill>
                  <a:srgbClr val="16598E"/>
                </a:solidFill>
                <a:latin typeface="Garamond"/>
                <a:ea typeface="Garamond"/>
                <a:cs typeface="Garamond"/>
                <a:sym typeface="Garamond"/>
              </a:rPr>
              <a:t>KEY DIFFERENTIATING FACTORS (WHAT MAKES YOUR APPROACH UNIQUE / NOVELTY)</a:t>
            </a:r>
          </a:p>
          <a:p>
            <a:pPr algn="l">
              <a:lnSpc>
                <a:spcPts val="5599"/>
              </a:lnSpc>
            </a:pPr>
          </a:p>
          <a:p>
            <a:pPr algn="l" marL="863591" indent="-431796" lvl="1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16598E"/>
                </a:solidFill>
                <a:latin typeface="Garamond"/>
                <a:ea typeface="Garamond"/>
                <a:cs typeface="Garamond"/>
                <a:sym typeface="Garamond"/>
              </a:rPr>
              <a:t> HIGH-LEVEL FUNCTIONAL WORKFLOW OR SYSTEM BLOCK DIAGRAM</a:t>
            </a:r>
          </a:p>
          <a:p>
            <a:pPr algn="l">
              <a:lnSpc>
                <a:spcPts val="9999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BFBFB">
                <a:alpha val="100000"/>
              </a:srgbClr>
            </a:gs>
            <a:gs pos="33333">
              <a:srgbClr val="F1F1F1">
                <a:alpha val="66500"/>
              </a:srgbClr>
            </a:gs>
            <a:gs pos="66667">
              <a:srgbClr val="E9E9E9">
                <a:alpha val="67000"/>
              </a:srgbClr>
            </a:gs>
            <a:gs pos="100000">
              <a:srgbClr val="E0E1E3">
                <a:alpha val="25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39392">
            <a:off x="-5599131" y="-3928144"/>
            <a:ext cx="29486263" cy="18143288"/>
            <a:chOff x="0" y="0"/>
            <a:chExt cx="39315017" cy="24191051"/>
          </a:xfrm>
        </p:grpSpPr>
        <p:sp>
          <p:nvSpPr>
            <p:cNvPr name="Freeform 3" id="3"/>
            <p:cNvSpPr/>
            <p:nvPr/>
          </p:nvSpPr>
          <p:spPr>
            <a:xfrm flipH="false" flipV="true" rot="0">
              <a:off x="10693806" y="890869"/>
              <a:ext cx="13700313" cy="12738888"/>
            </a:xfrm>
            <a:custGeom>
              <a:avLst/>
              <a:gdLst/>
              <a:ahLst/>
              <a:cxnLst/>
              <a:rect r="r" b="b" t="t" l="l"/>
              <a:pathLst>
                <a:path h="12738888" w="13700313">
                  <a:moveTo>
                    <a:pt x="0" y="12738888"/>
                  </a:moveTo>
                  <a:lnTo>
                    <a:pt x="13700313" y="12738888"/>
                  </a:lnTo>
                  <a:lnTo>
                    <a:pt x="13700313" y="0"/>
                  </a:lnTo>
                  <a:lnTo>
                    <a:pt x="0" y="0"/>
                  </a:lnTo>
                  <a:lnTo>
                    <a:pt x="0" y="12738888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true" rot="0">
              <a:off x="21387611" y="0"/>
              <a:ext cx="13700313" cy="12738888"/>
            </a:xfrm>
            <a:custGeom>
              <a:avLst/>
              <a:gdLst/>
              <a:ahLst/>
              <a:cxnLst/>
              <a:rect r="r" b="b" t="t" l="l"/>
              <a:pathLst>
                <a:path h="12738888" w="13700313">
                  <a:moveTo>
                    <a:pt x="0" y="12738888"/>
                  </a:moveTo>
                  <a:lnTo>
                    <a:pt x="13700314" y="12738888"/>
                  </a:lnTo>
                  <a:lnTo>
                    <a:pt x="13700314" y="0"/>
                  </a:lnTo>
                  <a:lnTo>
                    <a:pt x="0" y="0"/>
                  </a:lnTo>
                  <a:lnTo>
                    <a:pt x="0" y="12738888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true" flipV="false" rot="0">
              <a:off x="25614703" y="9670425"/>
              <a:ext cx="13700313" cy="12738888"/>
            </a:xfrm>
            <a:custGeom>
              <a:avLst/>
              <a:gdLst/>
              <a:ahLst/>
              <a:cxnLst/>
              <a:rect r="r" b="b" t="t" l="l"/>
              <a:pathLst>
                <a:path h="12738888" w="13700313">
                  <a:moveTo>
                    <a:pt x="13700314" y="0"/>
                  </a:moveTo>
                  <a:lnTo>
                    <a:pt x="0" y="0"/>
                  </a:lnTo>
                  <a:lnTo>
                    <a:pt x="0" y="12738888"/>
                  </a:lnTo>
                  <a:lnTo>
                    <a:pt x="13700314" y="12738888"/>
                  </a:lnTo>
                  <a:lnTo>
                    <a:pt x="13700314" y="0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true" flipV="false" rot="0">
              <a:off x="14920898" y="10561294"/>
              <a:ext cx="13700313" cy="12738888"/>
            </a:xfrm>
            <a:custGeom>
              <a:avLst/>
              <a:gdLst/>
              <a:ahLst/>
              <a:cxnLst/>
              <a:rect r="r" b="b" t="t" l="l"/>
              <a:pathLst>
                <a:path h="12738888" w="13700313">
                  <a:moveTo>
                    <a:pt x="13700313" y="0"/>
                  </a:moveTo>
                  <a:lnTo>
                    <a:pt x="0" y="0"/>
                  </a:lnTo>
                  <a:lnTo>
                    <a:pt x="0" y="12738888"/>
                  </a:lnTo>
                  <a:lnTo>
                    <a:pt x="13700313" y="12738888"/>
                  </a:lnTo>
                  <a:lnTo>
                    <a:pt x="13700313" y="0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true" rot="0">
              <a:off x="0" y="1781739"/>
              <a:ext cx="13700313" cy="12738888"/>
            </a:xfrm>
            <a:custGeom>
              <a:avLst/>
              <a:gdLst/>
              <a:ahLst/>
              <a:cxnLst/>
              <a:rect r="r" b="b" t="t" l="l"/>
              <a:pathLst>
                <a:path h="12738888" w="13700313">
                  <a:moveTo>
                    <a:pt x="0" y="12738888"/>
                  </a:moveTo>
                  <a:lnTo>
                    <a:pt x="13700313" y="12738888"/>
                  </a:lnTo>
                  <a:lnTo>
                    <a:pt x="13700313" y="0"/>
                  </a:lnTo>
                  <a:lnTo>
                    <a:pt x="0" y="0"/>
                  </a:lnTo>
                  <a:lnTo>
                    <a:pt x="0" y="12738888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true" flipV="false" rot="0">
              <a:off x="4227092" y="11452163"/>
              <a:ext cx="13700313" cy="12738888"/>
            </a:xfrm>
            <a:custGeom>
              <a:avLst/>
              <a:gdLst/>
              <a:ahLst/>
              <a:cxnLst/>
              <a:rect r="r" b="b" t="t" l="l"/>
              <a:pathLst>
                <a:path h="12738888" w="13700313">
                  <a:moveTo>
                    <a:pt x="13700313" y="0"/>
                  </a:moveTo>
                  <a:lnTo>
                    <a:pt x="0" y="0"/>
                  </a:lnTo>
                  <a:lnTo>
                    <a:pt x="0" y="12738888"/>
                  </a:lnTo>
                  <a:lnTo>
                    <a:pt x="13700313" y="12738888"/>
                  </a:lnTo>
                  <a:lnTo>
                    <a:pt x="13700313" y="0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328767" y="360263"/>
            <a:ext cx="17630466" cy="9566473"/>
            <a:chOff x="0" y="0"/>
            <a:chExt cx="23507288" cy="12755298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7832412"/>
              <a:ext cx="63500" cy="4922886"/>
              <a:chOff x="0" y="0"/>
              <a:chExt cx="12543" cy="972422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12543" cy="972422"/>
              </a:xfrm>
              <a:custGeom>
                <a:avLst/>
                <a:gdLst/>
                <a:ahLst/>
                <a:cxnLst/>
                <a:rect r="r" b="b" t="t" l="l"/>
                <a:pathLst>
                  <a:path h="972422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972422"/>
                    </a:lnTo>
                    <a:lnTo>
                      <a:pt x="0" y="972422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38100"/>
                <a:ext cx="12543" cy="101052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3" id="13"/>
            <p:cNvGrpSpPr/>
            <p:nvPr/>
          </p:nvGrpSpPr>
          <p:grpSpPr>
            <a:xfrm rot="-5400000">
              <a:off x="6920832" y="5834466"/>
              <a:ext cx="63500" cy="13778164"/>
              <a:chOff x="0" y="0"/>
              <a:chExt cx="12543" cy="2721613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12543" cy="2721613"/>
              </a:xfrm>
              <a:custGeom>
                <a:avLst/>
                <a:gdLst/>
                <a:ahLst/>
                <a:cxnLst/>
                <a:rect r="r" b="b" t="t" l="l"/>
                <a:pathLst>
                  <a:path h="2721613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2721613"/>
                    </a:lnTo>
                    <a:lnTo>
                      <a:pt x="0" y="2721613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38100"/>
                <a:ext cx="12543" cy="275971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6" id="16"/>
            <p:cNvGrpSpPr/>
            <p:nvPr/>
          </p:nvGrpSpPr>
          <p:grpSpPr>
            <a:xfrm rot="-10800000">
              <a:off x="23443788" y="0"/>
              <a:ext cx="63500" cy="4922886"/>
              <a:chOff x="0" y="0"/>
              <a:chExt cx="12543" cy="972422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12543" cy="972422"/>
              </a:xfrm>
              <a:custGeom>
                <a:avLst/>
                <a:gdLst/>
                <a:ahLst/>
                <a:cxnLst/>
                <a:rect r="r" b="b" t="t" l="l"/>
                <a:pathLst>
                  <a:path h="972422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972422"/>
                    </a:lnTo>
                    <a:lnTo>
                      <a:pt x="0" y="972422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38100"/>
                <a:ext cx="12543" cy="101052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9" id="19"/>
            <p:cNvGrpSpPr/>
            <p:nvPr/>
          </p:nvGrpSpPr>
          <p:grpSpPr>
            <a:xfrm rot="5400000">
              <a:off x="16522956" y="-6857332"/>
              <a:ext cx="63500" cy="13778164"/>
              <a:chOff x="0" y="0"/>
              <a:chExt cx="12543" cy="2721613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12543" cy="2721613"/>
              </a:xfrm>
              <a:custGeom>
                <a:avLst/>
                <a:gdLst/>
                <a:ahLst/>
                <a:cxnLst/>
                <a:rect r="r" b="b" t="t" l="l"/>
                <a:pathLst>
                  <a:path h="2721613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2721613"/>
                    </a:lnTo>
                    <a:lnTo>
                      <a:pt x="0" y="2721613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38100"/>
                <a:ext cx="12543" cy="275971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2" id="22"/>
            <p:cNvGrpSpPr/>
            <p:nvPr/>
          </p:nvGrpSpPr>
          <p:grpSpPr>
            <a:xfrm rot="-10800000">
              <a:off x="22957231" y="413305"/>
              <a:ext cx="63500" cy="1669468"/>
              <a:chOff x="0" y="0"/>
              <a:chExt cx="12543" cy="329771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12543" cy="329771"/>
              </a:xfrm>
              <a:custGeom>
                <a:avLst/>
                <a:gdLst/>
                <a:ahLst/>
                <a:cxnLst/>
                <a:rect r="r" b="b" t="t" l="l"/>
                <a:pathLst>
                  <a:path h="329771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329771"/>
                    </a:lnTo>
                    <a:lnTo>
                      <a:pt x="0" y="329771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-38100"/>
                <a:ext cx="12543" cy="36787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5" id="25"/>
            <p:cNvGrpSpPr/>
            <p:nvPr/>
          </p:nvGrpSpPr>
          <p:grpSpPr>
            <a:xfrm rot="5400000">
              <a:off x="20138971" y="-2378926"/>
              <a:ext cx="63500" cy="5647961"/>
              <a:chOff x="0" y="0"/>
              <a:chExt cx="12543" cy="1115647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12543" cy="1115647"/>
              </a:xfrm>
              <a:custGeom>
                <a:avLst/>
                <a:gdLst/>
                <a:ahLst/>
                <a:cxnLst/>
                <a:rect r="r" b="b" t="t" l="l"/>
                <a:pathLst>
                  <a:path h="1115647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1115647"/>
                    </a:lnTo>
                    <a:lnTo>
                      <a:pt x="0" y="1115647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0" y="-38100"/>
                <a:ext cx="12543" cy="115374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8" id="28"/>
            <p:cNvGrpSpPr/>
            <p:nvPr/>
          </p:nvGrpSpPr>
          <p:grpSpPr>
            <a:xfrm rot="0">
              <a:off x="486556" y="10672525"/>
              <a:ext cx="63500" cy="1669468"/>
              <a:chOff x="0" y="0"/>
              <a:chExt cx="12543" cy="329771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12543" cy="329771"/>
              </a:xfrm>
              <a:custGeom>
                <a:avLst/>
                <a:gdLst/>
                <a:ahLst/>
                <a:cxnLst/>
                <a:rect r="r" b="b" t="t" l="l"/>
                <a:pathLst>
                  <a:path h="329771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329771"/>
                    </a:lnTo>
                    <a:lnTo>
                      <a:pt x="0" y="329771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0" y="-38100"/>
                <a:ext cx="12543" cy="36787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1" id="31"/>
            <p:cNvGrpSpPr/>
            <p:nvPr/>
          </p:nvGrpSpPr>
          <p:grpSpPr>
            <a:xfrm rot="-5400000">
              <a:off x="3304817" y="9486262"/>
              <a:ext cx="63500" cy="5647961"/>
              <a:chOff x="0" y="0"/>
              <a:chExt cx="12543" cy="1115647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12543" cy="1115647"/>
              </a:xfrm>
              <a:custGeom>
                <a:avLst/>
                <a:gdLst/>
                <a:ahLst/>
                <a:cxnLst/>
                <a:rect r="r" b="b" t="t" l="l"/>
                <a:pathLst>
                  <a:path h="1115647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1115647"/>
                    </a:lnTo>
                    <a:lnTo>
                      <a:pt x="0" y="1115647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0" y="-38100"/>
                <a:ext cx="12543" cy="115374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grpSp>
        <p:nvGrpSpPr>
          <p:cNvPr name="Group 34" id="34"/>
          <p:cNvGrpSpPr/>
          <p:nvPr/>
        </p:nvGrpSpPr>
        <p:grpSpPr>
          <a:xfrm rot="0">
            <a:off x="13955824" y="6587618"/>
            <a:ext cx="6666800" cy="4085592"/>
            <a:chOff x="0" y="0"/>
            <a:chExt cx="8889067" cy="5447455"/>
          </a:xfrm>
        </p:grpSpPr>
        <p:grpSp>
          <p:nvGrpSpPr>
            <p:cNvPr name="Group 35" id="35"/>
            <p:cNvGrpSpPr/>
            <p:nvPr/>
          </p:nvGrpSpPr>
          <p:grpSpPr>
            <a:xfrm rot="-10800000">
              <a:off x="2663403" y="0"/>
              <a:ext cx="6225663" cy="5447455"/>
              <a:chOff x="0" y="0"/>
              <a:chExt cx="812800" cy="711200"/>
            </a:xfrm>
          </p:grpSpPr>
          <p:sp>
            <p:nvSpPr>
              <p:cNvPr name="Freeform 36" id="36"/>
              <p:cNvSpPr/>
              <p:nvPr/>
            </p:nvSpPr>
            <p:spPr>
              <a:xfrm flipH="false" flipV="false" rot="0">
                <a:off x="0" y="0"/>
                <a:ext cx="812800" cy="711200"/>
              </a:xfrm>
              <a:custGeom>
                <a:avLst/>
                <a:gdLst/>
                <a:ahLst/>
                <a:cxnLst/>
                <a:rect r="r" b="b" t="t" l="l"/>
                <a:pathLst>
                  <a:path h="711200" w="812800">
                    <a:moveTo>
                      <a:pt x="406400" y="711200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11200"/>
                    </a:lnTo>
                    <a:close/>
                  </a:path>
                </a:pathLst>
              </a:custGeom>
              <a:solidFill>
                <a:srgbClr val="16598E"/>
              </a:solidFill>
            </p:spPr>
          </p:sp>
          <p:sp>
            <p:nvSpPr>
              <p:cNvPr name="TextBox 37" id="37"/>
              <p:cNvSpPr txBox="true"/>
              <p:nvPr/>
            </p:nvSpPr>
            <p:spPr>
              <a:xfrm>
                <a:off x="127000" y="12700"/>
                <a:ext cx="558800" cy="3683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8" id="38"/>
            <p:cNvGrpSpPr/>
            <p:nvPr/>
          </p:nvGrpSpPr>
          <p:grpSpPr>
            <a:xfrm rot="-10800000">
              <a:off x="0" y="3821268"/>
              <a:ext cx="5776235" cy="1261779"/>
              <a:chOff x="0" y="0"/>
              <a:chExt cx="1140985" cy="249240"/>
            </a:xfrm>
          </p:grpSpPr>
          <p:sp>
            <p:nvSpPr>
              <p:cNvPr name="Freeform 39" id="39"/>
              <p:cNvSpPr/>
              <p:nvPr/>
            </p:nvSpPr>
            <p:spPr>
              <a:xfrm flipH="false" flipV="false" rot="0">
                <a:off x="0" y="0"/>
                <a:ext cx="1140985" cy="249240"/>
              </a:xfrm>
              <a:custGeom>
                <a:avLst/>
                <a:gdLst/>
                <a:ahLst/>
                <a:cxnLst/>
                <a:rect r="r" b="b" t="t" l="l"/>
                <a:pathLst>
                  <a:path h="249240" w="1140985">
                    <a:moveTo>
                      <a:pt x="203200" y="0"/>
                    </a:moveTo>
                    <a:lnTo>
                      <a:pt x="1140985" y="0"/>
                    </a:lnTo>
                    <a:lnTo>
                      <a:pt x="937785" y="249240"/>
                    </a:lnTo>
                    <a:lnTo>
                      <a:pt x="0" y="24924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88A5C4"/>
              </a:solidFill>
            </p:spPr>
          </p:sp>
          <p:sp>
            <p:nvSpPr>
              <p:cNvPr name="TextBox 40" id="40"/>
              <p:cNvSpPr txBox="true"/>
              <p:nvPr/>
            </p:nvSpPr>
            <p:spPr>
              <a:xfrm>
                <a:off x="101600" y="-38100"/>
                <a:ext cx="937785" cy="28734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41" id="41"/>
            <p:cNvGrpSpPr/>
            <p:nvPr/>
          </p:nvGrpSpPr>
          <p:grpSpPr>
            <a:xfrm rot="-10800000">
              <a:off x="3094536" y="2203713"/>
              <a:ext cx="1551081" cy="1357196"/>
              <a:chOff x="0" y="0"/>
              <a:chExt cx="812800" cy="711200"/>
            </a:xfrm>
          </p:grpSpPr>
          <p:sp>
            <p:nvSpPr>
              <p:cNvPr name="Freeform 42" id="42"/>
              <p:cNvSpPr/>
              <p:nvPr/>
            </p:nvSpPr>
            <p:spPr>
              <a:xfrm flipH="false" flipV="false" rot="0">
                <a:off x="0" y="0"/>
                <a:ext cx="812800" cy="711200"/>
              </a:xfrm>
              <a:custGeom>
                <a:avLst/>
                <a:gdLst/>
                <a:ahLst/>
                <a:cxnLst/>
                <a:rect r="r" b="b" t="t" l="l"/>
                <a:pathLst>
                  <a:path h="711200" w="812800">
                    <a:moveTo>
                      <a:pt x="406400" y="711200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11200"/>
                    </a:lnTo>
                    <a:close/>
                  </a:path>
                </a:pathLst>
              </a:custGeom>
              <a:solidFill>
                <a:srgbClr val="A5B4C7"/>
              </a:solidFill>
            </p:spPr>
          </p:sp>
          <p:sp>
            <p:nvSpPr>
              <p:cNvPr name="TextBox 43" id="43"/>
              <p:cNvSpPr txBox="true"/>
              <p:nvPr/>
            </p:nvSpPr>
            <p:spPr>
              <a:xfrm>
                <a:off x="127000" y="12700"/>
                <a:ext cx="558800" cy="3683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grpSp>
        <p:nvGrpSpPr>
          <p:cNvPr name="Group 44" id="44"/>
          <p:cNvGrpSpPr/>
          <p:nvPr/>
        </p:nvGrpSpPr>
        <p:grpSpPr>
          <a:xfrm rot="-10800000">
            <a:off x="-2304700" y="-378866"/>
            <a:ext cx="6666800" cy="4085592"/>
            <a:chOff x="0" y="0"/>
            <a:chExt cx="8889067" cy="5447455"/>
          </a:xfrm>
        </p:grpSpPr>
        <p:grpSp>
          <p:nvGrpSpPr>
            <p:cNvPr name="Group 45" id="45"/>
            <p:cNvGrpSpPr/>
            <p:nvPr/>
          </p:nvGrpSpPr>
          <p:grpSpPr>
            <a:xfrm rot="-10800000">
              <a:off x="2663403" y="0"/>
              <a:ext cx="6225663" cy="5447455"/>
              <a:chOff x="0" y="0"/>
              <a:chExt cx="812800" cy="711200"/>
            </a:xfrm>
          </p:grpSpPr>
          <p:sp>
            <p:nvSpPr>
              <p:cNvPr name="Freeform 46" id="46"/>
              <p:cNvSpPr/>
              <p:nvPr/>
            </p:nvSpPr>
            <p:spPr>
              <a:xfrm flipH="false" flipV="false" rot="0">
                <a:off x="0" y="0"/>
                <a:ext cx="812800" cy="711200"/>
              </a:xfrm>
              <a:custGeom>
                <a:avLst/>
                <a:gdLst/>
                <a:ahLst/>
                <a:cxnLst/>
                <a:rect r="r" b="b" t="t" l="l"/>
                <a:pathLst>
                  <a:path h="711200" w="812800">
                    <a:moveTo>
                      <a:pt x="406400" y="711200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11200"/>
                    </a:lnTo>
                    <a:close/>
                  </a:path>
                </a:pathLst>
              </a:custGeom>
              <a:solidFill>
                <a:srgbClr val="16598E"/>
              </a:solidFill>
            </p:spPr>
          </p:sp>
          <p:sp>
            <p:nvSpPr>
              <p:cNvPr name="TextBox 47" id="47"/>
              <p:cNvSpPr txBox="true"/>
              <p:nvPr/>
            </p:nvSpPr>
            <p:spPr>
              <a:xfrm>
                <a:off x="127000" y="12700"/>
                <a:ext cx="558800" cy="3683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48" id="48"/>
            <p:cNvGrpSpPr/>
            <p:nvPr/>
          </p:nvGrpSpPr>
          <p:grpSpPr>
            <a:xfrm rot="-10800000">
              <a:off x="0" y="3821268"/>
              <a:ext cx="5776235" cy="1261779"/>
              <a:chOff x="0" y="0"/>
              <a:chExt cx="1140985" cy="249240"/>
            </a:xfrm>
          </p:grpSpPr>
          <p:sp>
            <p:nvSpPr>
              <p:cNvPr name="Freeform 49" id="49"/>
              <p:cNvSpPr/>
              <p:nvPr/>
            </p:nvSpPr>
            <p:spPr>
              <a:xfrm flipH="false" flipV="false" rot="0">
                <a:off x="0" y="0"/>
                <a:ext cx="1140985" cy="249240"/>
              </a:xfrm>
              <a:custGeom>
                <a:avLst/>
                <a:gdLst/>
                <a:ahLst/>
                <a:cxnLst/>
                <a:rect r="r" b="b" t="t" l="l"/>
                <a:pathLst>
                  <a:path h="249240" w="1140985">
                    <a:moveTo>
                      <a:pt x="203200" y="0"/>
                    </a:moveTo>
                    <a:lnTo>
                      <a:pt x="1140985" y="0"/>
                    </a:lnTo>
                    <a:lnTo>
                      <a:pt x="937785" y="249240"/>
                    </a:lnTo>
                    <a:lnTo>
                      <a:pt x="0" y="24924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88A5C4"/>
              </a:solidFill>
            </p:spPr>
          </p:sp>
          <p:sp>
            <p:nvSpPr>
              <p:cNvPr name="TextBox 50" id="50"/>
              <p:cNvSpPr txBox="true"/>
              <p:nvPr/>
            </p:nvSpPr>
            <p:spPr>
              <a:xfrm>
                <a:off x="101600" y="-38100"/>
                <a:ext cx="937785" cy="28734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51" id="51"/>
            <p:cNvGrpSpPr/>
            <p:nvPr/>
          </p:nvGrpSpPr>
          <p:grpSpPr>
            <a:xfrm rot="-10800000">
              <a:off x="3094536" y="2203713"/>
              <a:ext cx="1551081" cy="1357196"/>
              <a:chOff x="0" y="0"/>
              <a:chExt cx="812800" cy="711200"/>
            </a:xfrm>
          </p:grpSpPr>
          <p:sp>
            <p:nvSpPr>
              <p:cNvPr name="Freeform 52" id="52"/>
              <p:cNvSpPr/>
              <p:nvPr/>
            </p:nvSpPr>
            <p:spPr>
              <a:xfrm flipH="false" flipV="false" rot="0">
                <a:off x="0" y="0"/>
                <a:ext cx="812800" cy="711200"/>
              </a:xfrm>
              <a:custGeom>
                <a:avLst/>
                <a:gdLst/>
                <a:ahLst/>
                <a:cxnLst/>
                <a:rect r="r" b="b" t="t" l="l"/>
                <a:pathLst>
                  <a:path h="711200" w="812800">
                    <a:moveTo>
                      <a:pt x="406400" y="711200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11200"/>
                    </a:lnTo>
                    <a:close/>
                  </a:path>
                </a:pathLst>
              </a:custGeom>
              <a:solidFill>
                <a:srgbClr val="A5B4C7"/>
              </a:solidFill>
            </p:spPr>
          </p:sp>
          <p:sp>
            <p:nvSpPr>
              <p:cNvPr name="TextBox 53" id="53"/>
              <p:cNvSpPr txBox="true"/>
              <p:nvPr/>
            </p:nvSpPr>
            <p:spPr>
              <a:xfrm>
                <a:off x="127000" y="12700"/>
                <a:ext cx="558800" cy="3683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sp>
        <p:nvSpPr>
          <p:cNvPr name="Freeform 54" id="54"/>
          <p:cNvSpPr/>
          <p:nvPr/>
        </p:nvSpPr>
        <p:spPr>
          <a:xfrm flipH="false" flipV="false" rot="0">
            <a:off x="6554802" y="2610246"/>
            <a:ext cx="5860852" cy="6020168"/>
          </a:xfrm>
          <a:custGeom>
            <a:avLst/>
            <a:gdLst/>
            <a:ahLst/>
            <a:cxnLst/>
            <a:rect r="r" b="b" t="t" l="l"/>
            <a:pathLst>
              <a:path h="6020168" w="5860852">
                <a:moveTo>
                  <a:pt x="0" y="0"/>
                </a:moveTo>
                <a:lnTo>
                  <a:pt x="5860852" y="0"/>
                </a:lnTo>
                <a:lnTo>
                  <a:pt x="5860852" y="6020168"/>
                </a:lnTo>
                <a:lnTo>
                  <a:pt x="0" y="602016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5000"/>
            </a:blip>
            <a:stretch>
              <a:fillRect l="-19583" t="-43365" r="-19583" b="-52970"/>
            </a:stretch>
          </a:blipFill>
        </p:spPr>
      </p:sp>
      <p:sp>
        <p:nvSpPr>
          <p:cNvPr name="TextBox 55" id="55"/>
          <p:cNvSpPr txBox="true"/>
          <p:nvPr/>
        </p:nvSpPr>
        <p:spPr>
          <a:xfrm rot="0">
            <a:off x="3344751" y="978130"/>
            <a:ext cx="12626062" cy="12365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27"/>
              </a:lnSpc>
            </a:pPr>
            <a:r>
              <a:rPr lang="en-US" b="true" sz="5199">
                <a:solidFill>
                  <a:srgbClr val="16598E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TECHNICAL ARCHITECTURE &amp; METHODOLOGY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1905401" y="2991429"/>
            <a:ext cx="15159654" cy="66008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3591" indent="-431796" lvl="1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16598E"/>
                </a:solidFill>
                <a:latin typeface="Garamond"/>
                <a:ea typeface="Garamond"/>
                <a:cs typeface="Garamond"/>
                <a:sym typeface="Garamond"/>
              </a:rPr>
              <a:t>ARCHITECTURE: END-TO-END SYSTEM FLOW DIAGRAM AND DATA PIPELINE.</a:t>
            </a:r>
          </a:p>
          <a:p>
            <a:pPr algn="l">
              <a:lnSpc>
                <a:spcPts val="5599"/>
              </a:lnSpc>
            </a:pPr>
          </a:p>
          <a:p>
            <a:pPr algn="l" marL="863591" indent="-431796" lvl="1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16598E"/>
                </a:solidFill>
                <a:latin typeface="Garamond"/>
                <a:ea typeface="Garamond"/>
                <a:cs typeface="Garamond"/>
                <a:sym typeface="Garamond"/>
              </a:rPr>
              <a:t> T</a:t>
            </a:r>
            <a:r>
              <a:rPr lang="en-US" sz="3999">
                <a:solidFill>
                  <a:srgbClr val="16598E"/>
                </a:solidFill>
                <a:latin typeface="Garamond"/>
                <a:ea typeface="Garamond"/>
                <a:cs typeface="Garamond"/>
                <a:sym typeface="Garamond"/>
              </a:rPr>
              <a:t>ECH STACK: CORE TOOLS, FRAMEWORKS, DATABASES, AND APIS.</a:t>
            </a:r>
          </a:p>
          <a:p>
            <a:pPr algn="l">
              <a:lnSpc>
                <a:spcPts val="5599"/>
              </a:lnSpc>
            </a:pPr>
          </a:p>
          <a:p>
            <a:pPr algn="l" marL="863591" indent="-431796" lvl="1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16598E"/>
                </a:solidFill>
                <a:latin typeface="Garamond"/>
                <a:ea typeface="Garamond"/>
                <a:cs typeface="Garamond"/>
                <a:sym typeface="Garamond"/>
              </a:rPr>
              <a:t> METHODOLOGY: STEP-BY-STEP IMPLEMENTATION PROCESS AND LOGIC.</a:t>
            </a:r>
          </a:p>
          <a:p>
            <a:pPr algn="l">
              <a:lnSpc>
                <a:spcPts val="9999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BFBFB">
                <a:alpha val="100000"/>
              </a:srgbClr>
            </a:gs>
            <a:gs pos="33333">
              <a:srgbClr val="F1F1F1">
                <a:alpha val="66500"/>
              </a:srgbClr>
            </a:gs>
            <a:gs pos="66667">
              <a:srgbClr val="E9E9E9">
                <a:alpha val="67000"/>
              </a:srgbClr>
            </a:gs>
            <a:gs pos="100000">
              <a:srgbClr val="E0E1E3">
                <a:alpha val="25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39392">
            <a:off x="-5599131" y="-3928144"/>
            <a:ext cx="29486263" cy="18143288"/>
            <a:chOff x="0" y="0"/>
            <a:chExt cx="39315017" cy="24191051"/>
          </a:xfrm>
        </p:grpSpPr>
        <p:sp>
          <p:nvSpPr>
            <p:cNvPr name="Freeform 3" id="3"/>
            <p:cNvSpPr/>
            <p:nvPr/>
          </p:nvSpPr>
          <p:spPr>
            <a:xfrm flipH="false" flipV="true" rot="0">
              <a:off x="10693806" y="890869"/>
              <a:ext cx="13700313" cy="12738888"/>
            </a:xfrm>
            <a:custGeom>
              <a:avLst/>
              <a:gdLst/>
              <a:ahLst/>
              <a:cxnLst/>
              <a:rect r="r" b="b" t="t" l="l"/>
              <a:pathLst>
                <a:path h="12738888" w="13700313">
                  <a:moveTo>
                    <a:pt x="0" y="12738888"/>
                  </a:moveTo>
                  <a:lnTo>
                    <a:pt x="13700313" y="12738888"/>
                  </a:lnTo>
                  <a:lnTo>
                    <a:pt x="13700313" y="0"/>
                  </a:lnTo>
                  <a:lnTo>
                    <a:pt x="0" y="0"/>
                  </a:lnTo>
                  <a:lnTo>
                    <a:pt x="0" y="12738888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true" rot="0">
              <a:off x="21387611" y="0"/>
              <a:ext cx="13700313" cy="12738888"/>
            </a:xfrm>
            <a:custGeom>
              <a:avLst/>
              <a:gdLst/>
              <a:ahLst/>
              <a:cxnLst/>
              <a:rect r="r" b="b" t="t" l="l"/>
              <a:pathLst>
                <a:path h="12738888" w="13700313">
                  <a:moveTo>
                    <a:pt x="0" y="12738888"/>
                  </a:moveTo>
                  <a:lnTo>
                    <a:pt x="13700314" y="12738888"/>
                  </a:lnTo>
                  <a:lnTo>
                    <a:pt x="13700314" y="0"/>
                  </a:lnTo>
                  <a:lnTo>
                    <a:pt x="0" y="0"/>
                  </a:lnTo>
                  <a:lnTo>
                    <a:pt x="0" y="12738888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true" flipV="false" rot="0">
              <a:off x="25614703" y="9670425"/>
              <a:ext cx="13700313" cy="12738888"/>
            </a:xfrm>
            <a:custGeom>
              <a:avLst/>
              <a:gdLst/>
              <a:ahLst/>
              <a:cxnLst/>
              <a:rect r="r" b="b" t="t" l="l"/>
              <a:pathLst>
                <a:path h="12738888" w="13700313">
                  <a:moveTo>
                    <a:pt x="13700314" y="0"/>
                  </a:moveTo>
                  <a:lnTo>
                    <a:pt x="0" y="0"/>
                  </a:lnTo>
                  <a:lnTo>
                    <a:pt x="0" y="12738888"/>
                  </a:lnTo>
                  <a:lnTo>
                    <a:pt x="13700314" y="12738888"/>
                  </a:lnTo>
                  <a:lnTo>
                    <a:pt x="13700314" y="0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true" flipV="false" rot="0">
              <a:off x="14920898" y="10561294"/>
              <a:ext cx="13700313" cy="12738888"/>
            </a:xfrm>
            <a:custGeom>
              <a:avLst/>
              <a:gdLst/>
              <a:ahLst/>
              <a:cxnLst/>
              <a:rect r="r" b="b" t="t" l="l"/>
              <a:pathLst>
                <a:path h="12738888" w="13700313">
                  <a:moveTo>
                    <a:pt x="13700313" y="0"/>
                  </a:moveTo>
                  <a:lnTo>
                    <a:pt x="0" y="0"/>
                  </a:lnTo>
                  <a:lnTo>
                    <a:pt x="0" y="12738888"/>
                  </a:lnTo>
                  <a:lnTo>
                    <a:pt x="13700313" y="12738888"/>
                  </a:lnTo>
                  <a:lnTo>
                    <a:pt x="13700313" y="0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true" rot="0">
              <a:off x="0" y="1781739"/>
              <a:ext cx="13700313" cy="12738888"/>
            </a:xfrm>
            <a:custGeom>
              <a:avLst/>
              <a:gdLst/>
              <a:ahLst/>
              <a:cxnLst/>
              <a:rect r="r" b="b" t="t" l="l"/>
              <a:pathLst>
                <a:path h="12738888" w="13700313">
                  <a:moveTo>
                    <a:pt x="0" y="12738888"/>
                  </a:moveTo>
                  <a:lnTo>
                    <a:pt x="13700313" y="12738888"/>
                  </a:lnTo>
                  <a:lnTo>
                    <a:pt x="13700313" y="0"/>
                  </a:lnTo>
                  <a:lnTo>
                    <a:pt x="0" y="0"/>
                  </a:lnTo>
                  <a:lnTo>
                    <a:pt x="0" y="12738888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true" flipV="false" rot="0">
              <a:off x="4227092" y="11452163"/>
              <a:ext cx="13700313" cy="12738888"/>
            </a:xfrm>
            <a:custGeom>
              <a:avLst/>
              <a:gdLst/>
              <a:ahLst/>
              <a:cxnLst/>
              <a:rect r="r" b="b" t="t" l="l"/>
              <a:pathLst>
                <a:path h="12738888" w="13700313">
                  <a:moveTo>
                    <a:pt x="13700313" y="0"/>
                  </a:moveTo>
                  <a:lnTo>
                    <a:pt x="0" y="0"/>
                  </a:lnTo>
                  <a:lnTo>
                    <a:pt x="0" y="12738888"/>
                  </a:lnTo>
                  <a:lnTo>
                    <a:pt x="13700313" y="12738888"/>
                  </a:lnTo>
                  <a:lnTo>
                    <a:pt x="13700313" y="0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328767" y="360263"/>
            <a:ext cx="17630466" cy="9566473"/>
            <a:chOff x="0" y="0"/>
            <a:chExt cx="23507288" cy="12755298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7832412"/>
              <a:ext cx="63500" cy="4922886"/>
              <a:chOff x="0" y="0"/>
              <a:chExt cx="12543" cy="972422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12543" cy="972422"/>
              </a:xfrm>
              <a:custGeom>
                <a:avLst/>
                <a:gdLst/>
                <a:ahLst/>
                <a:cxnLst/>
                <a:rect r="r" b="b" t="t" l="l"/>
                <a:pathLst>
                  <a:path h="972422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972422"/>
                    </a:lnTo>
                    <a:lnTo>
                      <a:pt x="0" y="972422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38100"/>
                <a:ext cx="12543" cy="101052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3" id="13"/>
            <p:cNvGrpSpPr/>
            <p:nvPr/>
          </p:nvGrpSpPr>
          <p:grpSpPr>
            <a:xfrm rot="-5400000">
              <a:off x="6920832" y="5834466"/>
              <a:ext cx="63500" cy="13778164"/>
              <a:chOff x="0" y="0"/>
              <a:chExt cx="12543" cy="2721613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12543" cy="2721613"/>
              </a:xfrm>
              <a:custGeom>
                <a:avLst/>
                <a:gdLst/>
                <a:ahLst/>
                <a:cxnLst/>
                <a:rect r="r" b="b" t="t" l="l"/>
                <a:pathLst>
                  <a:path h="2721613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2721613"/>
                    </a:lnTo>
                    <a:lnTo>
                      <a:pt x="0" y="2721613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38100"/>
                <a:ext cx="12543" cy="275971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6" id="16"/>
            <p:cNvGrpSpPr/>
            <p:nvPr/>
          </p:nvGrpSpPr>
          <p:grpSpPr>
            <a:xfrm rot="-10800000">
              <a:off x="23443788" y="0"/>
              <a:ext cx="63500" cy="4922886"/>
              <a:chOff x="0" y="0"/>
              <a:chExt cx="12543" cy="972422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12543" cy="972422"/>
              </a:xfrm>
              <a:custGeom>
                <a:avLst/>
                <a:gdLst/>
                <a:ahLst/>
                <a:cxnLst/>
                <a:rect r="r" b="b" t="t" l="l"/>
                <a:pathLst>
                  <a:path h="972422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972422"/>
                    </a:lnTo>
                    <a:lnTo>
                      <a:pt x="0" y="972422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38100"/>
                <a:ext cx="12543" cy="101052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9" id="19"/>
            <p:cNvGrpSpPr/>
            <p:nvPr/>
          </p:nvGrpSpPr>
          <p:grpSpPr>
            <a:xfrm rot="5400000">
              <a:off x="16522956" y="-6857332"/>
              <a:ext cx="63500" cy="13778164"/>
              <a:chOff x="0" y="0"/>
              <a:chExt cx="12543" cy="2721613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12543" cy="2721613"/>
              </a:xfrm>
              <a:custGeom>
                <a:avLst/>
                <a:gdLst/>
                <a:ahLst/>
                <a:cxnLst/>
                <a:rect r="r" b="b" t="t" l="l"/>
                <a:pathLst>
                  <a:path h="2721613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2721613"/>
                    </a:lnTo>
                    <a:lnTo>
                      <a:pt x="0" y="2721613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38100"/>
                <a:ext cx="12543" cy="275971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2" id="22"/>
            <p:cNvGrpSpPr/>
            <p:nvPr/>
          </p:nvGrpSpPr>
          <p:grpSpPr>
            <a:xfrm rot="-10800000">
              <a:off x="22957231" y="413305"/>
              <a:ext cx="63500" cy="1669468"/>
              <a:chOff x="0" y="0"/>
              <a:chExt cx="12543" cy="329771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12543" cy="329771"/>
              </a:xfrm>
              <a:custGeom>
                <a:avLst/>
                <a:gdLst/>
                <a:ahLst/>
                <a:cxnLst/>
                <a:rect r="r" b="b" t="t" l="l"/>
                <a:pathLst>
                  <a:path h="329771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329771"/>
                    </a:lnTo>
                    <a:lnTo>
                      <a:pt x="0" y="329771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-38100"/>
                <a:ext cx="12543" cy="36787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5" id="25"/>
            <p:cNvGrpSpPr/>
            <p:nvPr/>
          </p:nvGrpSpPr>
          <p:grpSpPr>
            <a:xfrm rot="5400000">
              <a:off x="20138971" y="-2378926"/>
              <a:ext cx="63500" cy="5647961"/>
              <a:chOff x="0" y="0"/>
              <a:chExt cx="12543" cy="1115647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12543" cy="1115647"/>
              </a:xfrm>
              <a:custGeom>
                <a:avLst/>
                <a:gdLst/>
                <a:ahLst/>
                <a:cxnLst/>
                <a:rect r="r" b="b" t="t" l="l"/>
                <a:pathLst>
                  <a:path h="1115647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1115647"/>
                    </a:lnTo>
                    <a:lnTo>
                      <a:pt x="0" y="1115647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0" y="-38100"/>
                <a:ext cx="12543" cy="115374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8" id="28"/>
            <p:cNvGrpSpPr/>
            <p:nvPr/>
          </p:nvGrpSpPr>
          <p:grpSpPr>
            <a:xfrm rot="0">
              <a:off x="486556" y="10672525"/>
              <a:ext cx="63500" cy="1669468"/>
              <a:chOff x="0" y="0"/>
              <a:chExt cx="12543" cy="329771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12543" cy="329771"/>
              </a:xfrm>
              <a:custGeom>
                <a:avLst/>
                <a:gdLst/>
                <a:ahLst/>
                <a:cxnLst/>
                <a:rect r="r" b="b" t="t" l="l"/>
                <a:pathLst>
                  <a:path h="329771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329771"/>
                    </a:lnTo>
                    <a:lnTo>
                      <a:pt x="0" y="329771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0" y="-38100"/>
                <a:ext cx="12543" cy="36787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1" id="31"/>
            <p:cNvGrpSpPr/>
            <p:nvPr/>
          </p:nvGrpSpPr>
          <p:grpSpPr>
            <a:xfrm rot="-5400000">
              <a:off x="3304817" y="9486262"/>
              <a:ext cx="63500" cy="5647961"/>
              <a:chOff x="0" y="0"/>
              <a:chExt cx="12543" cy="1115647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12543" cy="1115647"/>
              </a:xfrm>
              <a:custGeom>
                <a:avLst/>
                <a:gdLst/>
                <a:ahLst/>
                <a:cxnLst/>
                <a:rect r="r" b="b" t="t" l="l"/>
                <a:pathLst>
                  <a:path h="1115647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1115647"/>
                    </a:lnTo>
                    <a:lnTo>
                      <a:pt x="0" y="1115647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0" y="-38100"/>
                <a:ext cx="12543" cy="115374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grpSp>
        <p:nvGrpSpPr>
          <p:cNvPr name="Group 34" id="34"/>
          <p:cNvGrpSpPr/>
          <p:nvPr/>
        </p:nvGrpSpPr>
        <p:grpSpPr>
          <a:xfrm rot="0">
            <a:off x="13955824" y="6587618"/>
            <a:ext cx="6666800" cy="4085592"/>
            <a:chOff x="0" y="0"/>
            <a:chExt cx="8889067" cy="5447455"/>
          </a:xfrm>
        </p:grpSpPr>
        <p:grpSp>
          <p:nvGrpSpPr>
            <p:cNvPr name="Group 35" id="35"/>
            <p:cNvGrpSpPr/>
            <p:nvPr/>
          </p:nvGrpSpPr>
          <p:grpSpPr>
            <a:xfrm rot="-10800000">
              <a:off x="2663403" y="0"/>
              <a:ext cx="6225663" cy="5447455"/>
              <a:chOff x="0" y="0"/>
              <a:chExt cx="812800" cy="711200"/>
            </a:xfrm>
          </p:grpSpPr>
          <p:sp>
            <p:nvSpPr>
              <p:cNvPr name="Freeform 36" id="36"/>
              <p:cNvSpPr/>
              <p:nvPr/>
            </p:nvSpPr>
            <p:spPr>
              <a:xfrm flipH="false" flipV="false" rot="0">
                <a:off x="0" y="0"/>
                <a:ext cx="812800" cy="711200"/>
              </a:xfrm>
              <a:custGeom>
                <a:avLst/>
                <a:gdLst/>
                <a:ahLst/>
                <a:cxnLst/>
                <a:rect r="r" b="b" t="t" l="l"/>
                <a:pathLst>
                  <a:path h="711200" w="812800">
                    <a:moveTo>
                      <a:pt x="406400" y="711200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11200"/>
                    </a:lnTo>
                    <a:close/>
                  </a:path>
                </a:pathLst>
              </a:custGeom>
              <a:solidFill>
                <a:srgbClr val="16598E"/>
              </a:solidFill>
            </p:spPr>
          </p:sp>
          <p:sp>
            <p:nvSpPr>
              <p:cNvPr name="TextBox 37" id="37"/>
              <p:cNvSpPr txBox="true"/>
              <p:nvPr/>
            </p:nvSpPr>
            <p:spPr>
              <a:xfrm>
                <a:off x="127000" y="12700"/>
                <a:ext cx="558800" cy="3683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8" id="38"/>
            <p:cNvGrpSpPr/>
            <p:nvPr/>
          </p:nvGrpSpPr>
          <p:grpSpPr>
            <a:xfrm rot="-10800000">
              <a:off x="0" y="3821268"/>
              <a:ext cx="5776235" cy="1261779"/>
              <a:chOff x="0" y="0"/>
              <a:chExt cx="1140985" cy="249240"/>
            </a:xfrm>
          </p:grpSpPr>
          <p:sp>
            <p:nvSpPr>
              <p:cNvPr name="Freeform 39" id="39"/>
              <p:cNvSpPr/>
              <p:nvPr/>
            </p:nvSpPr>
            <p:spPr>
              <a:xfrm flipH="false" flipV="false" rot="0">
                <a:off x="0" y="0"/>
                <a:ext cx="1140985" cy="249240"/>
              </a:xfrm>
              <a:custGeom>
                <a:avLst/>
                <a:gdLst/>
                <a:ahLst/>
                <a:cxnLst/>
                <a:rect r="r" b="b" t="t" l="l"/>
                <a:pathLst>
                  <a:path h="249240" w="1140985">
                    <a:moveTo>
                      <a:pt x="203200" y="0"/>
                    </a:moveTo>
                    <a:lnTo>
                      <a:pt x="1140985" y="0"/>
                    </a:lnTo>
                    <a:lnTo>
                      <a:pt x="937785" y="249240"/>
                    </a:lnTo>
                    <a:lnTo>
                      <a:pt x="0" y="24924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88A5C4"/>
              </a:solidFill>
            </p:spPr>
          </p:sp>
          <p:sp>
            <p:nvSpPr>
              <p:cNvPr name="TextBox 40" id="40"/>
              <p:cNvSpPr txBox="true"/>
              <p:nvPr/>
            </p:nvSpPr>
            <p:spPr>
              <a:xfrm>
                <a:off x="101600" y="-38100"/>
                <a:ext cx="937785" cy="28734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41" id="41"/>
            <p:cNvGrpSpPr/>
            <p:nvPr/>
          </p:nvGrpSpPr>
          <p:grpSpPr>
            <a:xfrm rot="-10800000">
              <a:off x="3094536" y="2203713"/>
              <a:ext cx="1551081" cy="1357196"/>
              <a:chOff x="0" y="0"/>
              <a:chExt cx="812800" cy="711200"/>
            </a:xfrm>
          </p:grpSpPr>
          <p:sp>
            <p:nvSpPr>
              <p:cNvPr name="Freeform 42" id="42"/>
              <p:cNvSpPr/>
              <p:nvPr/>
            </p:nvSpPr>
            <p:spPr>
              <a:xfrm flipH="false" flipV="false" rot="0">
                <a:off x="0" y="0"/>
                <a:ext cx="812800" cy="711200"/>
              </a:xfrm>
              <a:custGeom>
                <a:avLst/>
                <a:gdLst/>
                <a:ahLst/>
                <a:cxnLst/>
                <a:rect r="r" b="b" t="t" l="l"/>
                <a:pathLst>
                  <a:path h="711200" w="812800">
                    <a:moveTo>
                      <a:pt x="406400" y="711200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11200"/>
                    </a:lnTo>
                    <a:close/>
                  </a:path>
                </a:pathLst>
              </a:custGeom>
              <a:solidFill>
                <a:srgbClr val="A5B4C7"/>
              </a:solidFill>
            </p:spPr>
          </p:sp>
          <p:sp>
            <p:nvSpPr>
              <p:cNvPr name="TextBox 43" id="43"/>
              <p:cNvSpPr txBox="true"/>
              <p:nvPr/>
            </p:nvSpPr>
            <p:spPr>
              <a:xfrm>
                <a:off x="127000" y="12700"/>
                <a:ext cx="558800" cy="3683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grpSp>
        <p:nvGrpSpPr>
          <p:cNvPr name="Group 44" id="44"/>
          <p:cNvGrpSpPr/>
          <p:nvPr/>
        </p:nvGrpSpPr>
        <p:grpSpPr>
          <a:xfrm rot="-10800000">
            <a:off x="-2304700" y="-313750"/>
            <a:ext cx="6666800" cy="4085592"/>
            <a:chOff x="0" y="0"/>
            <a:chExt cx="8889067" cy="5447455"/>
          </a:xfrm>
        </p:grpSpPr>
        <p:grpSp>
          <p:nvGrpSpPr>
            <p:cNvPr name="Group 45" id="45"/>
            <p:cNvGrpSpPr/>
            <p:nvPr/>
          </p:nvGrpSpPr>
          <p:grpSpPr>
            <a:xfrm rot="-10800000">
              <a:off x="2663403" y="0"/>
              <a:ext cx="6225663" cy="5447455"/>
              <a:chOff x="0" y="0"/>
              <a:chExt cx="812800" cy="711200"/>
            </a:xfrm>
          </p:grpSpPr>
          <p:sp>
            <p:nvSpPr>
              <p:cNvPr name="Freeform 46" id="46"/>
              <p:cNvSpPr/>
              <p:nvPr/>
            </p:nvSpPr>
            <p:spPr>
              <a:xfrm flipH="false" flipV="false" rot="0">
                <a:off x="0" y="0"/>
                <a:ext cx="812800" cy="711200"/>
              </a:xfrm>
              <a:custGeom>
                <a:avLst/>
                <a:gdLst/>
                <a:ahLst/>
                <a:cxnLst/>
                <a:rect r="r" b="b" t="t" l="l"/>
                <a:pathLst>
                  <a:path h="711200" w="812800">
                    <a:moveTo>
                      <a:pt x="406400" y="711200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11200"/>
                    </a:lnTo>
                    <a:close/>
                  </a:path>
                </a:pathLst>
              </a:custGeom>
              <a:solidFill>
                <a:srgbClr val="16598E"/>
              </a:solidFill>
            </p:spPr>
          </p:sp>
          <p:sp>
            <p:nvSpPr>
              <p:cNvPr name="TextBox 47" id="47"/>
              <p:cNvSpPr txBox="true"/>
              <p:nvPr/>
            </p:nvSpPr>
            <p:spPr>
              <a:xfrm>
                <a:off x="127000" y="12700"/>
                <a:ext cx="558800" cy="3683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48" id="48"/>
            <p:cNvGrpSpPr/>
            <p:nvPr/>
          </p:nvGrpSpPr>
          <p:grpSpPr>
            <a:xfrm rot="-10800000">
              <a:off x="0" y="3821268"/>
              <a:ext cx="5776235" cy="1261779"/>
              <a:chOff x="0" y="0"/>
              <a:chExt cx="1140985" cy="249240"/>
            </a:xfrm>
          </p:grpSpPr>
          <p:sp>
            <p:nvSpPr>
              <p:cNvPr name="Freeform 49" id="49"/>
              <p:cNvSpPr/>
              <p:nvPr/>
            </p:nvSpPr>
            <p:spPr>
              <a:xfrm flipH="false" flipV="false" rot="0">
                <a:off x="0" y="0"/>
                <a:ext cx="1140985" cy="249240"/>
              </a:xfrm>
              <a:custGeom>
                <a:avLst/>
                <a:gdLst/>
                <a:ahLst/>
                <a:cxnLst/>
                <a:rect r="r" b="b" t="t" l="l"/>
                <a:pathLst>
                  <a:path h="249240" w="1140985">
                    <a:moveTo>
                      <a:pt x="203200" y="0"/>
                    </a:moveTo>
                    <a:lnTo>
                      <a:pt x="1140985" y="0"/>
                    </a:lnTo>
                    <a:lnTo>
                      <a:pt x="937785" y="249240"/>
                    </a:lnTo>
                    <a:lnTo>
                      <a:pt x="0" y="24924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88A5C4"/>
              </a:solidFill>
            </p:spPr>
          </p:sp>
          <p:sp>
            <p:nvSpPr>
              <p:cNvPr name="TextBox 50" id="50"/>
              <p:cNvSpPr txBox="true"/>
              <p:nvPr/>
            </p:nvSpPr>
            <p:spPr>
              <a:xfrm>
                <a:off x="101600" y="-38100"/>
                <a:ext cx="937785" cy="28734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51" id="51"/>
            <p:cNvGrpSpPr/>
            <p:nvPr/>
          </p:nvGrpSpPr>
          <p:grpSpPr>
            <a:xfrm rot="-10800000">
              <a:off x="3094536" y="2203713"/>
              <a:ext cx="1551081" cy="1357196"/>
              <a:chOff x="0" y="0"/>
              <a:chExt cx="812800" cy="711200"/>
            </a:xfrm>
          </p:grpSpPr>
          <p:sp>
            <p:nvSpPr>
              <p:cNvPr name="Freeform 52" id="52"/>
              <p:cNvSpPr/>
              <p:nvPr/>
            </p:nvSpPr>
            <p:spPr>
              <a:xfrm flipH="false" flipV="false" rot="0">
                <a:off x="0" y="0"/>
                <a:ext cx="812800" cy="711200"/>
              </a:xfrm>
              <a:custGeom>
                <a:avLst/>
                <a:gdLst/>
                <a:ahLst/>
                <a:cxnLst/>
                <a:rect r="r" b="b" t="t" l="l"/>
                <a:pathLst>
                  <a:path h="711200" w="812800">
                    <a:moveTo>
                      <a:pt x="406400" y="711200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11200"/>
                    </a:lnTo>
                    <a:close/>
                  </a:path>
                </a:pathLst>
              </a:custGeom>
              <a:solidFill>
                <a:srgbClr val="A5B4C7"/>
              </a:solidFill>
            </p:spPr>
          </p:sp>
          <p:sp>
            <p:nvSpPr>
              <p:cNvPr name="TextBox 53" id="53"/>
              <p:cNvSpPr txBox="true"/>
              <p:nvPr/>
            </p:nvSpPr>
            <p:spPr>
              <a:xfrm>
                <a:off x="127000" y="12700"/>
                <a:ext cx="558800" cy="3683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sp>
        <p:nvSpPr>
          <p:cNvPr name="Freeform 54" id="54"/>
          <p:cNvSpPr/>
          <p:nvPr/>
        </p:nvSpPr>
        <p:spPr>
          <a:xfrm flipH="false" flipV="false" rot="0">
            <a:off x="6554802" y="2610246"/>
            <a:ext cx="5860852" cy="6020168"/>
          </a:xfrm>
          <a:custGeom>
            <a:avLst/>
            <a:gdLst/>
            <a:ahLst/>
            <a:cxnLst/>
            <a:rect r="r" b="b" t="t" l="l"/>
            <a:pathLst>
              <a:path h="6020168" w="5860852">
                <a:moveTo>
                  <a:pt x="0" y="0"/>
                </a:moveTo>
                <a:lnTo>
                  <a:pt x="5860852" y="0"/>
                </a:lnTo>
                <a:lnTo>
                  <a:pt x="5860852" y="6020168"/>
                </a:lnTo>
                <a:lnTo>
                  <a:pt x="0" y="602016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5000"/>
            </a:blip>
            <a:stretch>
              <a:fillRect l="-19583" t="-43365" r="-19583" b="-52970"/>
            </a:stretch>
          </a:blipFill>
        </p:spPr>
      </p:sp>
      <p:sp>
        <p:nvSpPr>
          <p:cNvPr name="TextBox 55" id="55"/>
          <p:cNvSpPr txBox="true"/>
          <p:nvPr/>
        </p:nvSpPr>
        <p:spPr>
          <a:xfrm rot="0">
            <a:off x="6414854" y="914400"/>
            <a:ext cx="6140748" cy="9753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39"/>
              </a:lnSpc>
            </a:pPr>
            <a:r>
              <a:rPr lang="en-US" sz="5599" b="true">
                <a:solidFill>
                  <a:srgbClr val="16598E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IMPACT &amp; BENEFIT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1905401" y="2629296"/>
            <a:ext cx="15159654" cy="79267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3591" indent="-431796" lvl="1">
              <a:lnSpc>
                <a:spcPts val="4519"/>
              </a:lnSpc>
              <a:buFont typeface="Arial"/>
              <a:buChar char="•"/>
            </a:pPr>
            <a:r>
              <a:rPr lang="en-US" sz="3999">
                <a:solidFill>
                  <a:srgbClr val="16598E"/>
                </a:solidFill>
                <a:latin typeface="Garamond"/>
                <a:ea typeface="Garamond"/>
                <a:cs typeface="Garamond"/>
                <a:sym typeface="Garamond"/>
              </a:rPr>
              <a:t>IMPACT: MEASURABLE BENEFITS (COST, TIME, EFFICIENCY GAINS).</a:t>
            </a:r>
          </a:p>
          <a:p>
            <a:pPr algn="l">
              <a:lnSpc>
                <a:spcPts val="4519"/>
              </a:lnSpc>
            </a:pPr>
          </a:p>
          <a:p>
            <a:pPr algn="l" marL="863591" indent="-431796" lvl="1">
              <a:lnSpc>
                <a:spcPts val="4519"/>
              </a:lnSpc>
              <a:buFont typeface="Arial"/>
              <a:buChar char="•"/>
            </a:pPr>
            <a:r>
              <a:rPr lang="en-US" sz="3999">
                <a:solidFill>
                  <a:srgbClr val="16598E"/>
                </a:solidFill>
                <a:latin typeface="Garamond"/>
                <a:ea typeface="Garamond"/>
                <a:cs typeface="Garamond"/>
                <a:sym typeface="Garamond"/>
              </a:rPr>
              <a:t>FEASIBILITY: PRACTICAL VIABILITY AND USER ADOPTION MODEL</a:t>
            </a:r>
          </a:p>
          <a:p>
            <a:pPr algn="l">
              <a:lnSpc>
                <a:spcPts val="4519"/>
              </a:lnSpc>
            </a:pPr>
          </a:p>
          <a:p>
            <a:pPr algn="l" marL="863591" indent="-431796" lvl="1">
              <a:lnSpc>
                <a:spcPts val="4519"/>
              </a:lnSpc>
              <a:buFont typeface="Arial"/>
              <a:buChar char="•"/>
            </a:pPr>
            <a:r>
              <a:rPr lang="en-US" sz="3999">
                <a:solidFill>
                  <a:srgbClr val="16598E"/>
                </a:solidFill>
                <a:latin typeface="Garamond"/>
                <a:ea typeface="Garamond"/>
                <a:cs typeface="Garamond"/>
                <a:sym typeface="Garamond"/>
              </a:rPr>
              <a:t>RISKS: POTENTIAL ROADBLOCKS AND MITIGATION STRATEGIES</a:t>
            </a:r>
          </a:p>
          <a:p>
            <a:pPr algn="l">
              <a:lnSpc>
                <a:spcPts val="4519"/>
              </a:lnSpc>
            </a:pPr>
          </a:p>
          <a:p>
            <a:pPr algn="l" marL="863591" indent="-431796" lvl="1">
              <a:lnSpc>
                <a:spcPts val="4519"/>
              </a:lnSpc>
              <a:buFont typeface="Arial"/>
              <a:buChar char="•"/>
            </a:pPr>
            <a:r>
              <a:rPr lang="en-US" sz="3999">
                <a:solidFill>
                  <a:srgbClr val="16598E"/>
                </a:solidFill>
                <a:latin typeface="Garamond"/>
                <a:ea typeface="Garamond"/>
                <a:cs typeface="Garamond"/>
                <a:sym typeface="Garamond"/>
              </a:rPr>
              <a:t>FUTURE SCOPE: PLANNED FEATURE EXPANSIONS AND SCALING ROADMAP.</a:t>
            </a:r>
          </a:p>
          <a:p>
            <a:pPr algn="l">
              <a:lnSpc>
                <a:spcPts val="5599"/>
              </a:lnSpc>
            </a:pPr>
          </a:p>
          <a:p>
            <a:pPr algn="l">
              <a:lnSpc>
                <a:spcPts val="9999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BFBFB">
                <a:alpha val="100000"/>
              </a:srgbClr>
            </a:gs>
            <a:gs pos="33333">
              <a:srgbClr val="F1F1F1">
                <a:alpha val="66500"/>
              </a:srgbClr>
            </a:gs>
            <a:gs pos="66667">
              <a:srgbClr val="E9E9E9">
                <a:alpha val="67000"/>
              </a:srgbClr>
            </a:gs>
            <a:gs pos="100000">
              <a:srgbClr val="E0E1E3">
                <a:alpha val="25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39392">
            <a:off x="-5599131" y="-3928144"/>
            <a:ext cx="29486263" cy="18143288"/>
            <a:chOff x="0" y="0"/>
            <a:chExt cx="39315017" cy="24191051"/>
          </a:xfrm>
        </p:grpSpPr>
        <p:sp>
          <p:nvSpPr>
            <p:cNvPr name="Freeform 3" id="3"/>
            <p:cNvSpPr/>
            <p:nvPr/>
          </p:nvSpPr>
          <p:spPr>
            <a:xfrm flipH="false" flipV="true" rot="0">
              <a:off x="10693806" y="890869"/>
              <a:ext cx="13700313" cy="12738888"/>
            </a:xfrm>
            <a:custGeom>
              <a:avLst/>
              <a:gdLst/>
              <a:ahLst/>
              <a:cxnLst/>
              <a:rect r="r" b="b" t="t" l="l"/>
              <a:pathLst>
                <a:path h="12738888" w="13700313">
                  <a:moveTo>
                    <a:pt x="0" y="12738888"/>
                  </a:moveTo>
                  <a:lnTo>
                    <a:pt x="13700313" y="12738888"/>
                  </a:lnTo>
                  <a:lnTo>
                    <a:pt x="13700313" y="0"/>
                  </a:lnTo>
                  <a:lnTo>
                    <a:pt x="0" y="0"/>
                  </a:lnTo>
                  <a:lnTo>
                    <a:pt x="0" y="12738888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true" rot="0">
              <a:off x="21387611" y="0"/>
              <a:ext cx="13700313" cy="12738888"/>
            </a:xfrm>
            <a:custGeom>
              <a:avLst/>
              <a:gdLst/>
              <a:ahLst/>
              <a:cxnLst/>
              <a:rect r="r" b="b" t="t" l="l"/>
              <a:pathLst>
                <a:path h="12738888" w="13700313">
                  <a:moveTo>
                    <a:pt x="0" y="12738888"/>
                  </a:moveTo>
                  <a:lnTo>
                    <a:pt x="13700314" y="12738888"/>
                  </a:lnTo>
                  <a:lnTo>
                    <a:pt x="13700314" y="0"/>
                  </a:lnTo>
                  <a:lnTo>
                    <a:pt x="0" y="0"/>
                  </a:lnTo>
                  <a:lnTo>
                    <a:pt x="0" y="12738888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true" flipV="false" rot="0">
              <a:off x="25614703" y="9670425"/>
              <a:ext cx="13700313" cy="12738888"/>
            </a:xfrm>
            <a:custGeom>
              <a:avLst/>
              <a:gdLst/>
              <a:ahLst/>
              <a:cxnLst/>
              <a:rect r="r" b="b" t="t" l="l"/>
              <a:pathLst>
                <a:path h="12738888" w="13700313">
                  <a:moveTo>
                    <a:pt x="13700314" y="0"/>
                  </a:moveTo>
                  <a:lnTo>
                    <a:pt x="0" y="0"/>
                  </a:lnTo>
                  <a:lnTo>
                    <a:pt x="0" y="12738888"/>
                  </a:lnTo>
                  <a:lnTo>
                    <a:pt x="13700314" y="12738888"/>
                  </a:lnTo>
                  <a:lnTo>
                    <a:pt x="13700314" y="0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true" flipV="false" rot="0">
              <a:off x="14920898" y="10561294"/>
              <a:ext cx="13700313" cy="12738888"/>
            </a:xfrm>
            <a:custGeom>
              <a:avLst/>
              <a:gdLst/>
              <a:ahLst/>
              <a:cxnLst/>
              <a:rect r="r" b="b" t="t" l="l"/>
              <a:pathLst>
                <a:path h="12738888" w="13700313">
                  <a:moveTo>
                    <a:pt x="13700313" y="0"/>
                  </a:moveTo>
                  <a:lnTo>
                    <a:pt x="0" y="0"/>
                  </a:lnTo>
                  <a:lnTo>
                    <a:pt x="0" y="12738888"/>
                  </a:lnTo>
                  <a:lnTo>
                    <a:pt x="13700313" y="12738888"/>
                  </a:lnTo>
                  <a:lnTo>
                    <a:pt x="13700313" y="0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true" rot="0">
              <a:off x="0" y="1781739"/>
              <a:ext cx="13700313" cy="12738888"/>
            </a:xfrm>
            <a:custGeom>
              <a:avLst/>
              <a:gdLst/>
              <a:ahLst/>
              <a:cxnLst/>
              <a:rect r="r" b="b" t="t" l="l"/>
              <a:pathLst>
                <a:path h="12738888" w="13700313">
                  <a:moveTo>
                    <a:pt x="0" y="12738888"/>
                  </a:moveTo>
                  <a:lnTo>
                    <a:pt x="13700313" y="12738888"/>
                  </a:lnTo>
                  <a:lnTo>
                    <a:pt x="13700313" y="0"/>
                  </a:lnTo>
                  <a:lnTo>
                    <a:pt x="0" y="0"/>
                  </a:lnTo>
                  <a:lnTo>
                    <a:pt x="0" y="12738888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true" flipV="false" rot="0">
              <a:off x="4227092" y="11452163"/>
              <a:ext cx="13700313" cy="12738888"/>
            </a:xfrm>
            <a:custGeom>
              <a:avLst/>
              <a:gdLst/>
              <a:ahLst/>
              <a:cxnLst/>
              <a:rect r="r" b="b" t="t" l="l"/>
              <a:pathLst>
                <a:path h="12738888" w="13700313">
                  <a:moveTo>
                    <a:pt x="13700313" y="0"/>
                  </a:moveTo>
                  <a:lnTo>
                    <a:pt x="0" y="0"/>
                  </a:lnTo>
                  <a:lnTo>
                    <a:pt x="0" y="12738888"/>
                  </a:lnTo>
                  <a:lnTo>
                    <a:pt x="13700313" y="12738888"/>
                  </a:lnTo>
                  <a:lnTo>
                    <a:pt x="13700313" y="0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328767" y="360263"/>
            <a:ext cx="17630466" cy="9566473"/>
            <a:chOff x="0" y="0"/>
            <a:chExt cx="23507288" cy="12755298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7832412"/>
              <a:ext cx="63500" cy="4922886"/>
              <a:chOff x="0" y="0"/>
              <a:chExt cx="12543" cy="972422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12543" cy="972422"/>
              </a:xfrm>
              <a:custGeom>
                <a:avLst/>
                <a:gdLst/>
                <a:ahLst/>
                <a:cxnLst/>
                <a:rect r="r" b="b" t="t" l="l"/>
                <a:pathLst>
                  <a:path h="972422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972422"/>
                    </a:lnTo>
                    <a:lnTo>
                      <a:pt x="0" y="972422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38100"/>
                <a:ext cx="12543" cy="101052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3" id="13"/>
            <p:cNvGrpSpPr/>
            <p:nvPr/>
          </p:nvGrpSpPr>
          <p:grpSpPr>
            <a:xfrm rot="-5400000">
              <a:off x="6920832" y="5834466"/>
              <a:ext cx="63500" cy="13778164"/>
              <a:chOff x="0" y="0"/>
              <a:chExt cx="12543" cy="2721613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12543" cy="2721613"/>
              </a:xfrm>
              <a:custGeom>
                <a:avLst/>
                <a:gdLst/>
                <a:ahLst/>
                <a:cxnLst/>
                <a:rect r="r" b="b" t="t" l="l"/>
                <a:pathLst>
                  <a:path h="2721613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2721613"/>
                    </a:lnTo>
                    <a:lnTo>
                      <a:pt x="0" y="2721613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38100"/>
                <a:ext cx="12543" cy="275971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6" id="16"/>
            <p:cNvGrpSpPr/>
            <p:nvPr/>
          </p:nvGrpSpPr>
          <p:grpSpPr>
            <a:xfrm rot="-10800000">
              <a:off x="23443788" y="0"/>
              <a:ext cx="63500" cy="4922886"/>
              <a:chOff x="0" y="0"/>
              <a:chExt cx="12543" cy="972422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12543" cy="972422"/>
              </a:xfrm>
              <a:custGeom>
                <a:avLst/>
                <a:gdLst/>
                <a:ahLst/>
                <a:cxnLst/>
                <a:rect r="r" b="b" t="t" l="l"/>
                <a:pathLst>
                  <a:path h="972422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972422"/>
                    </a:lnTo>
                    <a:lnTo>
                      <a:pt x="0" y="972422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38100"/>
                <a:ext cx="12543" cy="101052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9" id="19"/>
            <p:cNvGrpSpPr/>
            <p:nvPr/>
          </p:nvGrpSpPr>
          <p:grpSpPr>
            <a:xfrm rot="5400000">
              <a:off x="16522956" y="-6857332"/>
              <a:ext cx="63500" cy="13778164"/>
              <a:chOff x="0" y="0"/>
              <a:chExt cx="12543" cy="2721613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12543" cy="2721613"/>
              </a:xfrm>
              <a:custGeom>
                <a:avLst/>
                <a:gdLst/>
                <a:ahLst/>
                <a:cxnLst/>
                <a:rect r="r" b="b" t="t" l="l"/>
                <a:pathLst>
                  <a:path h="2721613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2721613"/>
                    </a:lnTo>
                    <a:lnTo>
                      <a:pt x="0" y="2721613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38100"/>
                <a:ext cx="12543" cy="275971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2" id="22"/>
            <p:cNvGrpSpPr/>
            <p:nvPr/>
          </p:nvGrpSpPr>
          <p:grpSpPr>
            <a:xfrm rot="-10800000">
              <a:off x="22957231" y="413305"/>
              <a:ext cx="63500" cy="1669468"/>
              <a:chOff x="0" y="0"/>
              <a:chExt cx="12543" cy="329771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12543" cy="329771"/>
              </a:xfrm>
              <a:custGeom>
                <a:avLst/>
                <a:gdLst/>
                <a:ahLst/>
                <a:cxnLst/>
                <a:rect r="r" b="b" t="t" l="l"/>
                <a:pathLst>
                  <a:path h="329771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329771"/>
                    </a:lnTo>
                    <a:lnTo>
                      <a:pt x="0" y="329771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-38100"/>
                <a:ext cx="12543" cy="36787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5" id="25"/>
            <p:cNvGrpSpPr/>
            <p:nvPr/>
          </p:nvGrpSpPr>
          <p:grpSpPr>
            <a:xfrm rot="5400000">
              <a:off x="20138971" y="-2378926"/>
              <a:ext cx="63500" cy="5647961"/>
              <a:chOff x="0" y="0"/>
              <a:chExt cx="12543" cy="1115647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12543" cy="1115647"/>
              </a:xfrm>
              <a:custGeom>
                <a:avLst/>
                <a:gdLst/>
                <a:ahLst/>
                <a:cxnLst/>
                <a:rect r="r" b="b" t="t" l="l"/>
                <a:pathLst>
                  <a:path h="1115647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1115647"/>
                    </a:lnTo>
                    <a:lnTo>
                      <a:pt x="0" y="1115647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0" y="-38100"/>
                <a:ext cx="12543" cy="115374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8" id="28"/>
            <p:cNvGrpSpPr/>
            <p:nvPr/>
          </p:nvGrpSpPr>
          <p:grpSpPr>
            <a:xfrm rot="0">
              <a:off x="486556" y="10672525"/>
              <a:ext cx="63500" cy="1669468"/>
              <a:chOff x="0" y="0"/>
              <a:chExt cx="12543" cy="329771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12543" cy="329771"/>
              </a:xfrm>
              <a:custGeom>
                <a:avLst/>
                <a:gdLst/>
                <a:ahLst/>
                <a:cxnLst/>
                <a:rect r="r" b="b" t="t" l="l"/>
                <a:pathLst>
                  <a:path h="329771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329771"/>
                    </a:lnTo>
                    <a:lnTo>
                      <a:pt x="0" y="329771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0" y="-38100"/>
                <a:ext cx="12543" cy="36787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1" id="31"/>
            <p:cNvGrpSpPr/>
            <p:nvPr/>
          </p:nvGrpSpPr>
          <p:grpSpPr>
            <a:xfrm rot="-5400000">
              <a:off x="3304817" y="9486262"/>
              <a:ext cx="63500" cy="5647961"/>
              <a:chOff x="0" y="0"/>
              <a:chExt cx="12543" cy="1115647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12543" cy="1115647"/>
              </a:xfrm>
              <a:custGeom>
                <a:avLst/>
                <a:gdLst/>
                <a:ahLst/>
                <a:cxnLst/>
                <a:rect r="r" b="b" t="t" l="l"/>
                <a:pathLst>
                  <a:path h="1115647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1115647"/>
                    </a:lnTo>
                    <a:lnTo>
                      <a:pt x="0" y="1115647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0" y="-38100"/>
                <a:ext cx="12543" cy="115374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grpSp>
        <p:nvGrpSpPr>
          <p:cNvPr name="Group 34" id="34"/>
          <p:cNvGrpSpPr/>
          <p:nvPr/>
        </p:nvGrpSpPr>
        <p:grpSpPr>
          <a:xfrm rot="0">
            <a:off x="13955824" y="6587618"/>
            <a:ext cx="6666800" cy="4085592"/>
            <a:chOff x="0" y="0"/>
            <a:chExt cx="8889067" cy="5447455"/>
          </a:xfrm>
        </p:grpSpPr>
        <p:grpSp>
          <p:nvGrpSpPr>
            <p:cNvPr name="Group 35" id="35"/>
            <p:cNvGrpSpPr/>
            <p:nvPr/>
          </p:nvGrpSpPr>
          <p:grpSpPr>
            <a:xfrm rot="-10800000">
              <a:off x="2663403" y="0"/>
              <a:ext cx="6225663" cy="5447455"/>
              <a:chOff x="0" y="0"/>
              <a:chExt cx="812800" cy="711200"/>
            </a:xfrm>
          </p:grpSpPr>
          <p:sp>
            <p:nvSpPr>
              <p:cNvPr name="Freeform 36" id="36"/>
              <p:cNvSpPr/>
              <p:nvPr/>
            </p:nvSpPr>
            <p:spPr>
              <a:xfrm flipH="false" flipV="false" rot="0">
                <a:off x="0" y="0"/>
                <a:ext cx="812800" cy="711200"/>
              </a:xfrm>
              <a:custGeom>
                <a:avLst/>
                <a:gdLst/>
                <a:ahLst/>
                <a:cxnLst/>
                <a:rect r="r" b="b" t="t" l="l"/>
                <a:pathLst>
                  <a:path h="711200" w="812800">
                    <a:moveTo>
                      <a:pt x="406400" y="711200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11200"/>
                    </a:lnTo>
                    <a:close/>
                  </a:path>
                </a:pathLst>
              </a:custGeom>
              <a:solidFill>
                <a:srgbClr val="16598E"/>
              </a:solidFill>
            </p:spPr>
          </p:sp>
          <p:sp>
            <p:nvSpPr>
              <p:cNvPr name="TextBox 37" id="37"/>
              <p:cNvSpPr txBox="true"/>
              <p:nvPr/>
            </p:nvSpPr>
            <p:spPr>
              <a:xfrm>
                <a:off x="127000" y="12700"/>
                <a:ext cx="558800" cy="3683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8" id="38"/>
            <p:cNvGrpSpPr/>
            <p:nvPr/>
          </p:nvGrpSpPr>
          <p:grpSpPr>
            <a:xfrm rot="-10800000">
              <a:off x="0" y="3821268"/>
              <a:ext cx="5776235" cy="1261779"/>
              <a:chOff x="0" y="0"/>
              <a:chExt cx="1140985" cy="249240"/>
            </a:xfrm>
          </p:grpSpPr>
          <p:sp>
            <p:nvSpPr>
              <p:cNvPr name="Freeform 39" id="39"/>
              <p:cNvSpPr/>
              <p:nvPr/>
            </p:nvSpPr>
            <p:spPr>
              <a:xfrm flipH="false" flipV="false" rot="0">
                <a:off x="0" y="0"/>
                <a:ext cx="1140985" cy="249240"/>
              </a:xfrm>
              <a:custGeom>
                <a:avLst/>
                <a:gdLst/>
                <a:ahLst/>
                <a:cxnLst/>
                <a:rect r="r" b="b" t="t" l="l"/>
                <a:pathLst>
                  <a:path h="249240" w="1140985">
                    <a:moveTo>
                      <a:pt x="203200" y="0"/>
                    </a:moveTo>
                    <a:lnTo>
                      <a:pt x="1140985" y="0"/>
                    </a:lnTo>
                    <a:lnTo>
                      <a:pt x="937785" y="249240"/>
                    </a:lnTo>
                    <a:lnTo>
                      <a:pt x="0" y="24924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88A5C4"/>
              </a:solidFill>
            </p:spPr>
          </p:sp>
          <p:sp>
            <p:nvSpPr>
              <p:cNvPr name="TextBox 40" id="40"/>
              <p:cNvSpPr txBox="true"/>
              <p:nvPr/>
            </p:nvSpPr>
            <p:spPr>
              <a:xfrm>
                <a:off x="101600" y="-38100"/>
                <a:ext cx="937785" cy="28734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41" id="41"/>
            <p:cNvGrpSpPr/>
            <p:nvPr/>
          </p:nvGrpSpPr>
          <p:grpSpPr>
            <a:xfrm rot="-10800000">
              <a:off x="3094536" y="2203713"/>
              <a:ext cx="1551081" cy="1357196"/>
              <a:chOff x="0" y="0"/>
              <a:chExt cx="812800" cy="711200"/>
            </a:xfrm>
          </p:grpSpPr>
          <p:sp>
            <p:nvSpPr>
              <p:cNvPr name="Freeform 42" id="42"/>
              <p:cNvSpPr/>
              <p:nvPr/>
            </p:nvSpPr>
            <p:spPr>
              <a:xfrm flipH="false" flipV="false" rot="0">
                <a:off x="0" y="0"/>
                <a:ext cx="812800" cy="711200"/>
              </a:xfrm>
              <a:custGeom>
                <a:avLst/>
                <a:gdLst/>
                <a:ahLst/>
                <a:cxnLst/>
                <a:rect r="r" b="b" t="t" l="l"/>
                <a:pathLst>
                  <a:path h="711200" w="812800">
                    <a:moveTo>
                      <a:pt x="406400" y="711200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11200"/>
                    </a:lnTo>
                    <a:close/>
                  </a:path>
                </a:pathLst>
              </a:custGeom>
              <a:solidFill>
                <a:srgbClr val="A5B4C7"/>
              </a:solidFill>
            </p:spPr>
          </p:sp>
          <p:sp>
            <p:nvSpPr>
              <p:cNvPr name="TextBox 43" id="43"/>
              <p:cNvSpPr txBox="true"/>
              <p:nvPr/>
            </p:nvSpPr>
            <p:spPr>
              <a:xfrm>
                <a:off x="127000" y="12700"/>
                <a:ext cx="558800" cy="3683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grpSp>
        <p:nvGrpSpPr>
          <p:cNvPr name="Group 44" id="44"/>
          <p:cNvGrpSpPr/>
          <p:nvPr/>
        </p:nvGrpSpPr>
        <p:grpSpPr>
          <a:xfrm rot="-10800000">
            <a:off x="-2304700" y="-378866"/>
            <a:ext cx="6666800" cy="4085592"/>
            <a:chOff x="0" y="0"/>
            <a:chExt cx="8889067" cy="5447455"/>
          </a:xfrm>
        </p:grpSpPr>
        <p:grpSp>
          <p:nvGrpSpPr>
            <p:cNvPr name="Group 45" id="45"/>
            <p:cNvGrpSpPr/>
            <p:nvPr/>
          </p:nvGrpSpPr>
          <p:grpSpPr>
            <a:xfrm rot="-10800000">
              <a:off x="2663403" y="0"/>
              <a:ext cx="6225663" cy="5447455"/>
              <a:chOff x="0" y="0"/>
              <a:chExt cx="812800" cy="711200"/>
            </a:xfrm>
          </p:grpSpPr>
          <p:sp>
            <p:nvSpPr>
              <p:cNvPr name="Freeform 46" id="46"/>
              <p:cNvSpPr/>
              <p:nvPr/>
            </p:nvSpPr>
            <p:spPr>
              <a:xfrm flipH="false" flipV="false" rot="0">
                <a:off x="0" y="0"/>
                <a:ext cx="812800" cy="711200"/>
              </a:xfrm>
              <a:custGeom>
                <a:avLst/>
                <a:gdLst/>
                <a:ahLst/>
                <a:cxnLst/>
                <a:rect r="r" b="b" t="t" l="l"/>
                <a:pathLst>
                  <a:path h="711200" w="812800">
                    <a:moveTo>
                      <a:pt x="406400" y="711200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11200"/>
                    </a:lnTo>
                    <a:close/>
                  </a:path>
                </a:pathLst>
              </a:custGeom>
              <a:solidFill>
                <a:srgbClr val="16598E"/>
              </a:solidFill>
            </p:spPr>
          </p:sp>
          <p:sp>
            <p:nvSpPr>
              <p:cNvPr name="TextBox 47" id="47"/>
              <p:cNvSpPr txBox="true"/>
              <p:nvPr/>
            </p:nvSpPr>
            <p:spPr>
              <a:xfrm>
                <a:off x="127000" y="12700"/>
                <a:ext cx="558800" cy="3683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48" id="48"/>
            <p:cNvGrpSpPr/>
            <p:nvPr/>
          </p:nvGrpSpPr>
          <p:grpSpPr>
            <a:xfrm rot="-10800000">
              <a:off x="0" y="3821268"/>
              <a:ext cx="5776235" cy="1261779"/>
              <a:chOff x="0" y="0"/>
              <a:chExt cx="1140985" cy="249240"/>
            </a:xfrm>
          </p:grpSpPr>
          <p:sp>
            <p:nvSpPr>
              <p:cNvPr name="Freeform 49" id="49"/>
              <p:cNvSpPr/>
              <p:nvPr/>
            </p:nvSpPr>
            <p:spPr>
              <a:xfrm flipH="false" flipV="false" rot="0">
                <a:off x="0" y="0"/>
                <a:ext cx="1140985" cy="249240"/>
              </a:xfrm>
              <a:custGeom>
                <a:avLst/>
                <a:gdLst/>
                <a:ahLst/>
                <a:cxnLst/>
                <a:rect r="r" b="b" t="t" l="l"/>
                <a:pathLst>
                  <a:path h="249240" w="1140985">
                    <a:moveTo>
                      <a:pt x="203200" y="0"/>
                    </a:moveTo>
                    <a:lnTo>
                      <a:pt x="1140985" y="0"/>
                    </a:lnTo>
                    <a:lnTo>
                      <a:pt x="937785" y="249240"/>
                    </a:lnTo>
                    <a:lnTo>
                      <a:pt x="0" y="24924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88A5C4"/>
              </a:solidFill>
            </p:spPr>
          </p:sp>
          <p:sp>
            <p:nvSpPr>
              <p:cNvPr name="TextBox 50" id="50"/>
              <p:cNvSpPr txBox="true"/>
              <p:nvPr/>
            </p:nvSpPr>
            <p:spPr>
              <a:xfrm>
                <a:off x="101600" y="-38100"/>
                <a:ext cx="937785" cy="28734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51" id="51"/>
            <p:cNvGrpSpPr/>
            <p:nvPr/>
          </p:nvGrpSpPr>
          <p:grpSpPr>
            <a:xfrm rot="-10800000">
              <a:off x="3094536" y="2203713"/>
              <a:ext cx="1551081" cy="1357196"/>
              <a:chOff x="0" y="0"/>
              <a:chExt cx="812800" cy="711200"/>
            </a:xfrm>
          </p:grpSpPr>
          <p:sp>
            <p:nvSpPr>
              <p:cNvPr name="Freeform 52" id="52"/>
              <p:cNvSpPr/>
              <p:nvPr/>
            </p:nvSpPr>
            <p:spPr>
              <a:xfrm flipH="false" flipV="false" rot="0">
                <a:off x="0" y="0"/>
                <a:ext cx="812800" cy="711200"/>
              </a:xfrm>
              <a:custGeom>
                <a:avLst/>
                <a:gdLst/>
                <a:ahLst/>
                <a:cxnLst/>
                <a:rect r="r" b="b" t="t" l="l"/>
                <a:pathLst>
                  <a:path h="711200" w="812800">
                    <a:moveTo>
                      <a:pt x="406400" y="711200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11200"/>
                    </a:lnTo>
                    <a:close/>
                  </a:path>
                </a:pathLst>
              </a:custGeom>
              <a:solidFill>
                <a:srgbClr val="A5B4C7"/>
              </a:solidFill>
            </p:spPr>
          </p:sp>
          <p:sp>
            <p:nvSpPr>
              <p:cNvPr name="TextBox 53" id="53"/>
              <p:cNvSpPr txBox="true"/>
              <p:nvPr/>
            </p:nvSpPr>
            <p:spPr>
              <a:xfrm>
                <a:off x="127000" y="12700"/>
                <a:ext cx="558800" cy="3683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sp>
        <p:nvSpPr>
          <p:cNvPr name="Freeform 54" id="54"/>
          <p:cNvSpPr/>
          <p:nvPr/>
        </p:nvSpPr>
        <p:spPr>
          <a:xfrm flipH="false" flipV="false" rot="0">
            <a:off x="6554802" y="2610246"/>
            <a:ext cx="5860852" cy="6020168"/>
          </a:xfrm>
          <a:custGeom>
            <a:avLst/>
            <a:gdLst/>
            <a:ahLst/>
            <a:cxnLst/>
            <a:rect r="r" b="b" t="t" l="l"/>
            <a:pathLst>
              <a:path h="6020168" w="5860852">
                <a:moveTo>
                  <a:pt x="0" y="0"/>
                </a:moveTo>
                <a:lnTo>
                  <a:pt x="5860852" y="0"/>
                </a:lnTo>
                <a:lnTo>
                  <a:pt x="5860852" y="6020168"/>
                </a:lnTo>
                <a:lnTo>
                  <a:pt x="0" y="602016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5000"/>
            </a:blip>
            <a:stretch>
              <a:fillRect l="-19583" t="-43365" r="-19583" b="-52970"/>
            </a:stretch>
          </a:blipFill>
        </p:spPr>
      </p:sp>
      <p:sp>
        <p:nvSpPr>
          <p:cNvPr name="TextBox 55" id="55"/>
          <p:cNvSpPr txBox="true"/>
          <p:nvPr/>
        </p:nvSpPr>
        <p:spPr>
          <a:xfrm rot="0">
            <a:off x="4487862" y="914400"/>
            <a:ext cx="9312275" cy="9588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99"/>
              </a:lnSpc>
              <a:spcBef>
                <a:spcPct val="0"/>
              </a:spcBef>
            </a:pPr>
            <a:r>
              <a:rPr lang="en-US" b="true" sz="5499">
                <a:solidFill>
                  <a:srgbClr val="16598E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REFERENCE &amp; CONCLUSION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11068928" y="8592314"/>
            <a:ext cx="131564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233F61"/>
                </a:solidFill>
                <a:latin typeface="Muli"/>
                <a:ea typeface="Muli"/>
                <a:cs typeface="Muli"/>
                <a:sym typeface="Muli"/>
              </a:rPr>
              <a:t>L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1362860" y="2957511"/>
            <a:ext cx="15159654" cy="36607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3591" indent="-431796" lvl="1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16598E"/>
                </a:solidFill>
                <a:latin typeface="Garamond"/>
                <a:ea typeface="Garamond"/>
                <a:cs typeface="Garamond"/>
                <a:sym typeface="Garamond"/>
              </a:rPr>
              <a:t>INKS TO RESEARCH PAPERS, DATA SOURC</a:t>
            </a:r>
            <a:r>
              <a:rPr lang="en-US" sz="3999">
                <a:solidFill>
                  <a:srgbClr val="16598E"/>
                </a:solidFill>
                <a:latin typeface="Garamond"/>
                <a:ea typeface="Garamond"/>
                <a:cs typeface="Garamond"/>
                <a:sym typeface="Garamond"/>
              </a:rPr>
              <a:t>ES, AND ARTICLES YOU USED</a:t>
            </a:r>
          </a:p>
          <a:p>
            <a:pPr algn="l">
              <a:lnSpc>
                <a:spcPts val="5599"/>
              </a:lnSpc>
            </a:pPr>
          </a:p>
          <a:p>
            <a:pPr algn="l" marL="863591" indent="-431796" lvl="1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16598E"/>
                </a:solidFill>
                <a:latin typeface="Garamond"/>
                <a:ea typeface="Garamond"/>
                <a:cs typeface="Garamond"/>
                <a:sym typeface="Garamond"/>
              </a:rPr>
              <a:t>FINAL WRAP-UP OF WHAT YOUR PROJECT SOLVES</a:t>
            </a:r>
          </a:p>
          <a:p>
            <a:pPr algn="l">
              <a:lnSpc>
                <a:spcPts val="8749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BFBFB">
                <a:alpha val="100000"/>
              </a:srgbClr>
            </a:gs>
            <a:gs pos="33333">
              <a:srgbClr val="F1F1F1">
                <a:alpha val="66500"/>
              </a:srgbClr>
            </a:gs>
            <a:gs pos="66667">
              <a:srgbClr val="E9E9E9">
                <a:alpha val="67000"/>
              </a:srgbClr>
            </a:gs>
            <a:gs pos="100000">
              <a:srgbClr val="E0E1E3">
                <a:alpha val="25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39392">
            <a:off x="-5599131" y="-3928144"/>
            <a:ext cx="29486263" cy="18143288"/>
            <a:chOff x="0" y="0"/>
            <a:chExt cx="39315017" cy="24191051"/>
          </a:xfrm>
        </p:grpSpPr>
        <p:sp>
          <p:nvSpPr>
            <p:cNvPr name="Freeform 3" id="3"/>
            <p:cNvSpPr/>
            <p:nvPr/>
          </p:nvSpPr>
          <p:spPr>
            <a:xfrm flipH="false" flipV="true" rot="0">
              <a:off x="10693806" y="890869"/>
              <a:ext cx="13700313" cy="12738888"/>
            </a:xfrm>
            <a:custGeom>
              <a:avLst/>
              <a:gdLst/>
              <a:ahLst/>
              <a:cxnLst/>
              <a:rect r="r" b="b" t="t" l="l"/>
              <a:pathLst>
                <a:path h="12738888" w="13700313">
                  <a:moveTo>
                    <a:pt x="0" y="12738888"/>
                  </a:moveTo>
                  <a:lnTo>
                    <a:pt x="13700313" y="12738888"/>
                  </a:lnTo>
                  <a:lnTo>
                    <a:pt x="13700313" y="0"/>
                  </a:lnTo>
                  <a:lnTo>
                    <a:pt x="0" y="0"/>
                  </a:lnTo>
                  <a:lnTo>
                    <a:pt x="0" y="12738888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true" rot="0">
              <a:off x="21387611" y="0"/>
              <a:ext cx="13700313" cy="12738888"/>
            </a:xfrm>
            <a:custGeom>
              <a:avLst/>
              <a:gdLst/>
              <a:ahLst/>
              <a:cxnLst/>
              <a:rect r="r" b="b" t="t" l="l"/>
              <a:pathLst>
                <a:path h="12738888" w="13700313">
                  <a:moveTo>
                    <a:pt x="0" y="12738888"/>
                  </a:moveTo>
                  <a:lnTo>
                    <a:pt x="13700314" y="12738888"/>
                  </a:lnTo>
                  <a:lnTo>
                    <a:pt x="13700314" y="0"/>
                  </a:lnTo>
                  <a:lnTo>
                    <a:pt x="0" y="0"/>
                  </a:lnTo>
                  <a:lnTo>
                    <a:pt x="0" y="12738888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true" flipV="false" rot="0">
              <a:off x="25614703" y="9670425"/>
              <a:ext cx="13700313" cy="12738888"/>
            </a:xfrm>
            <a:custGeom>
              <a:avLst/>
              <a:gdLst/>
              <a:ahLst/>
              <a:cxnLst/>
              <a:rect r="r" b="b" t="t" l="l"/>
              <a:pathLst>
                <a:path h="12738888" w="13700313">
                  <a:moveTo>
                    <a:pt x="13700314" y="0"/>
                  </a:moveTo>
                  <a:lnTo>
                    <a:pt x="0" y="0"/>
                  </a:lnTo>
                  <a:lnTo>
                    <a:pt x="0" y="12738888"/>
                  </a:lnTo>
                  <a:lnTo>
                    <a:pt x="13700314" y="12738888"/>
                  </a:lnTo>
                  <a:lnTo>
                    <a:pt x="13700314" y="0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true" flipV="false" rot="0">
              <a:off x="14920898" y="10561294"/>
              <a:ext cx="13700313" cy="12738888"/>
            </a:xfrm>
            <a:custGeom>
              <a:avLst/>
              <a:gdLst/>
              <a:ahLst/>
              <a:cxnLst/>
              <a:rect r="r" b="b" t="t" l="l"/>
              <a:pathLst>
                <a:path h="12738888" w="13700313">
                  <a:moveTo>
                    <a:pt x="13700313" y="0"/>
                  </a:moveTo>
                  <a:lnTo>
                    <a:pt x="0" y="0"/>
                  </a:lnTo>
                  <a:lnTo>
                    <a:pt x="0" y="12738888"/>
                  </a:lnTo>
                  <a:lnTo>
                    <a:pt x="13700313" y="12738888"/>
                  </a:lnTo>
                  <a:lnTo>
                    <a:pt x="13700313" y="0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true" rot="0">
              <a:off x="0" y="1781739"/>
              <a:ext cx="13700313" cy="12738888"/>
            </a:xfrm>
            <a:custGeom>
              <a:avLst/>
              <a:gdLst/>
              <a:ahLst/>
              <a:cxnLst/>
              <a:rect r="r" b="b" t="t" l="l"/>
              <a:pathLst>
                <a:path h="12738888" w="13700313">
                  <a:moveTo>
                    <a:pt x="0" y="12738888"/>
                  </a:moveTo>
                  <a:lnTo>
                    <a:pt x="13700313" y="12738888"/>
                  </a:lnTo>
                  <a:lnTo>
                    <a:pt x="13700313" y="0"/>
                  </a:lnTo>
                  <a:lnTo>
                    <a:pt x="0" y="0"/>
                  </a:lnTo>
                  <a:lnTo>
                    <a:pt x="0" y="12738888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true" flipV="false" rot="0">
              <a:off x="4227092" y="11452163"/>
              <a:ext cx="13700313" cy="12738888"/>
            </a:xfrm>
            <a:custGeom>
              <a:avLst/>
              <a:gdLst/>
              <a:ahLst/>
              <a:cxnLst/>
              <a:rect r="r" b="b" t="t" l="l"/>
              <a:pathLst>
                <a:path h="12738888" w="13700313">
                  <a:moveTo>
                    <a:pt x="13700313" y="0"/>
                  </a:moveTo>
                  <a:lnTo>
                    <a:pt x="0" y="0"/>
                  </a:lnTo>
                  <a:lnTo>
                    <a:pt x="0" y="12738888"/>
                  </a:lnTo>
                  <a:lnTo>
                    <a:pt x="13700313" y="12738888"/>
                  </a:lnTo>
                  <a:lnTo>
                    <a:pt x="13700313" y="0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328767" y="360263"/>
            <a:ext cx="17630466" cy="9566473"/>
            <a:chOff x="0" y="0"/>
            <a:chExt cx="23507288" cy="12755298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7832412"/>
              <a:ext cx="63500" cy="4922886"/>
              <a:chOff x="0" y="0"/>
              <a:chExt cx="12543" cy="972422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12543" cy="972422"/>
              </a:xfrm>
              <a:custGeom>
                <a:avLst/>
                <a:gdLst/>
                <a:ahLst/>
                <a:cxnLst/>
                <a:rect r="r" b="b" t="t" l="l"/>
                <a:pathLst>
                  <a:path h="972422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972422"/>
                    </a:lnTo>
                    <a:lnTo>
                      <a:pt x="0" y="972422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38100"/>
                <a:ext cx="12543" cy="101052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3" id="13"/>
            <p:cNvGrpSpPr/>
            <p:nvPr/>
          </p:nvGrpSpPr>
          <p:grpSpPr>
            <a:xfrm rot="-5400000">
              <a:off x="6920832" y="5834466"/>
              <a:ext cx="63500" cy="13778164"/>
              <a:chOff x="0" y="0"/>
              <a:chExt cx="12543" cy="2721613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12543" cy="2721613"/>
              </a:xfrm>
              <a:custGeom>
                <a:avLst/>
                <a:gdLst/>
                <a:ahLst/>
                <a:cxnLst/>
                <a:rect r="r" b="b" t="t" l="l"/>
                <a:pathLst>
                  <a:path h="2721613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2721613"/>
                    </a:lnTo>
                    <a:lnTo>
                      <a:pt x="0" y="2721613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38100"/>
                <a:ext cx="12543" cy="275971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6" id="16"/>
            <p:cNvGrpSpPr/>
            <p:nvPr/>
          </p:nvGrpSpPr>
          <p:grpSpPr>
            <a:xfrm rot="-10800000">
              <a:off x="23443788" y="0"/>
              <a:ext cx="63500" cy="4922886"/>
              <a:chOff x="0" y="0"/>
              <a:chExt cx="12543" cy="972422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12543" cy="972422"/>
              </a:xfrm>
              <a:custGeom>
                <a:avLst/>
                <a:gdLst/>
                <a:ahLst/>
                <a:cxnLst/>
                <a:rect r="r" b="b" t="t" l="l"/>
                <a:pathLst>
                  <a:path h="972422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972422"/>
                    </a:lnTo>
                    <a:lnTo>
                      <a:pt x="0" y="972422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38100"/>
                <a:ext cx="12543" cy="101052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9" id="19"/>
            <p:cNvGrpSpPr/>
            <p:nvPr/>
          </p:nvGrpSpPr>
          <p:grpSpPr>
            <a:xfrm rot="5400000">
              <a:off x="16522956" y="-6857332"/>
              <a:ext cx="63500" cy="13778164"/>
              <a:chOff x="0" y="0"/>
              <a:chExt cx="12543" cy="2721613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12543" cy="2721613"/>
              </a:xfrm>
              <a:custGeom>
                <a:avLst/>
                <a:gdLst/>
                <a:ahLst/>
                <a:cxnLst/>
                <a:rect r="r" b="b" t="t" l="l"/>
                <a:pathLst>
                  <a:path h="2721613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2721613"/>
                    </a:lnTo>
                    <a:lnTo>
                      <a:pt x="0" y="2721613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38100"/>
                <a:ext cx="12543" cy="275971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2" id="22"/>
            <p:cNvGrpSpPr/>
            <p:nvPr/>
          </p:nvGrpSpPr>
          <p:grpSpPr>
            <a:xfrm rot="-10800000">
              <a:off x="22957231" y="413305"/>
              <a:ext cx="63500" cy="1669468"/>
              <a:chOff x="0" y="0"/>
              <a:chExt cx="12543" cy="329771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12543" cy="329771"/>
              </a:xfrm>
              <a:custGeom>
                <a:avLst/>
                <a:gdLst/>
                <a:ahLst/>
                <a:cxnLst/>
                <a:rect r="r" b="b" t="t" l="l"/>
                <a:pathLst>
                  <a:path h="329771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329771"/>
                    </a:lnTo>
                    <a:lnTo>
                      <a:pt x="0" y="329771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-38100"/>
                <a:ext cx="12543" cy="36787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5" id="25"/>
            <p:cNvGrpSpPr/>
            <p:nvPr/>
          </p:nvGrpSpPr>
          <p:grpSpPr>
            <a:xfrm rot="5400000">
              <a:off x="20138971" y="-2378926"/>
              <a:ext cx="63500" cy="5647961"/>
              <a:chOff x="0" y="0"/>
              <a:chExt cx="12543" cy="1115647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12543" cy="1115647"/>
              </a:xfrm>
              <a:custGeom>
                <a:avLst/>
                <a:gdLst/>
                <a:ahLst/>
                <a:cxnLst/>
                <a:rect r="r" b="b" t="t" l="l"/>
                <a:pathLst>
                  <a:path h="1115647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1115647"/>
                    </a:lnTo>
                    <a:lnTo>
                      <a:pt x="0" y="1115647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0" y="-38100"/>
                <a:ext cx="12543" cy="115374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8" id="28"/>
            <p:cNvGrpSpPr/>
            <p:nvPr/>
          </p:nvGrpSpPr>
          <p:grpSpPr>
            <a:xfrm rot="0">
              <a:off x="486556" y="10672525"/>
              <a:ext cx="63500" cy="1669468"/>
              <a:chOff x="0" y="0"/>
              <a:chExt cx="12543" cy="329771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12543" cy="329771"/>
              </a:xfrm>
              <a:custGeom>
                <a:avLst/>
                <a:gdLst/>
                <a:ahLst/>
                <a:cxnLst/>
                <a:rect r="r" b="b" t="t" l="l"/>
                <a:pathLst>
                  <a:path h="329771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329771"/>
                    </a:lnTo>
                    <a:lnTo>
                      <a:pt x="0" y="329771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0" y="-38100"/>
                <a:ext cx="12543" cy="36787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1" id="31"/>
            <p:cNvGrpSpPr/>
            <p:nvPr/>
          </p:nvGrpSpPr>
          <p:grpSpPr>
            <a:xfrm rot="-5400000">
              <a:off x="3304817" y="9486262"/>
              <a:ext cx="63500" cy="5647961"/>
              <a:chOff x="0" y="0"/>
              <a:chExt cx="12543" cy="1115647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12543" cy="1115647"/>
              </a:xfrm>
              <a:custGeom>
                <a:avLst/>
                <a:gdLst/>
                <a:ahLst/>
                <a:cxnLst/>
                <a:rect r="r" b="b" t="t" l="l"/>
                <a:pathLst>
                  <a:path h="1115647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1115647"/>
                    </a:lnTo>
                    <a:lnTo>
                      <a:pt x="0" y="1115647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0" y="-38100"/>
                <a:ext cx="12543" cy="115374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grpSp>
        <p:nvGrpSpPr>
          <p:cNvPr name="Group 34" id="34"/>
          <p:cNvGrpSpPr/>
          <p:nvPr/>
        </p:nvGrpSpPr>
        <p:grpSpPr>
          <a:xfrm rot="0">
            <a:off x="13955824" y="6587618"/>
            <a:ext cx="6666800" cy="4085592"/>
            <a:chOff x="0" y="0"/>
            <a:chExt cx="8889067" cy="5447455"/>
          </a:xfrm>
        </p:grpSpPr>
        <p:grpSp>
          <p:nvGrpSpPr>
            <p:cNvPr name="Group 35" id="35"/>
            <p:cNvGrpSpPr/>
            <p:nvPr/>
          </p:nvGrpSpPr>
          <p:grpSpPr>
            <a:xfrm rot="-10800000">
              <a:off x="2663403" y="0"/>
              <a:ext cx="6225663" cy="5447455"/>
              <a:chOff x="0" y="0"/>
              <a:chExt cx="812800" cy="711200"/>
            </a:xfrm>
          </p:grpSpPr>
          <p:sp>
            <p:nvSpPr>
              <p:cNvPr name="Freeform 36" id="36"/>
              <p:cNvSpPr/>
              <p:nvPr/>
            </p:nvSpPr>
            <p:spPr>
              <a:xfrm flipH="false" flipV="false" rot="0">
                <a:off x="0" y="0"/>
                <a:ext cx="812800" cy="711200"/>
              </a:xfrm>
              <a:custGeom>
                <a:avLst/>
                <a:gdLst/>
                <a:ahLst/>
                <a:cxnLst/>
                <a:rect r="r" b="b" t="t" l="l"/>
                <a:pathLst>
                  <a:path h="711200" w="812800">
                    <a:moveTo>
                      <a:pt x="406400" y="711200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11200"/>
                    </a:lnTo>
                    <a:close/>
                  </a:path>
                </a:pathLst>
              </a:custGeom>
              <a:solidFill>
                <a:srgbClr val="16598E"/>
              </a:solidFill>
            </p:spPr>
          </p:sp>
          <p:sp>
            <p:nvSpPr>
              <p:cNvPr name="TextBox 37" id="37"/>
              <p:cNvSpPr txBox="true"/>
              <p:nvPr/>
            </p:nvSpPr>
            <p:spPr>
              <a:xfrm>
                <a:off x="127000" y="12700"/>
                <a:ext cx="558800" cy="3683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8" id="38"/>
            <p:cNvGrpSpPr/>
            <p:nvPr/>
          </p:nvGrpSpPr>
          <p:grpSpPr>
            <a:xfrm rot="-10800000">
              <a:off x="0" y="3821268"/>
              <a:ext cx="5776235" cy="1261779"/>
              <a:chOff x="0" y="0"/>
              <a:chExt cx="1140985" cy="249240"/>
            </a:xfrm>
          </p:grpSpPr>
          <p:sp>
            <p:nvSpPr>
              <p:cNvPr name="Freeform 39" id="39"/>
              <p:cNvSpPr/>
              <p:nvPr/>
            </p:nvSpPr>
            <p:spPr>
              <a:xfrm flipH="false" flipV="false" rot="0">
                <a:off x="0" y="0"/>
                <a:ext cx="1140985" cy="249240"/>
              </a:xfrm>
              <a:custGeom>
                <a:avLst/>
                <a:gdLst/>
                <a:ahLst/>
                <a:cxnLst/>
                <a:rect r="r" b="b" t="t" l="l"/>
                <a:pathLst>
                  <a:path h="249240" w="1140985">
                    <a:moveTo>
                      <a:pt x="203200" y="0"/>
                    </a:moveTo>
                    <a:lnTo>
                      <a:pt x="1140985" y="0"/>
                    </a:lnTo>
                    <a:lnTo>
                      <a:pt x="937785" y="249240"/>
                    </a:lnTo>
                    <a:lnTo>
                      <a:pt x="0" y="24924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88A5C4"/>
              </a:solidFill>
            </p:spPr>
          </p:sp>
          <p:sp>
            <p:nvSpPr>
              <p:cNvPr name="TextBox 40" id="40"/>
              <p:cNvSpPr txBox="true"/>
              <p:nvPr/>
            </p:nvSpPr>
            <p:spPr>
              <a:xfrm>
                <a:off x="101600" y="-38100"/>
                <a:ext cx="937785" cy="28734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41" id="41"/>
            <p:cNvGrpSpPr/>
            <p:nvPr/>
          </p:nvGrpSpPr>
          <p:grpSpPr>
            <a:xfrm rot="-10800000">
              <a:off x="3094536" y="2203713"/>
              <a:ext cx="1551081" cy="1357196"/>
              <a:chOff x="0" y="0"/>
              <a:chExt cx="812800" cy="711200"/>
            </a:xfrm>
          </p:grpSpPr>
          <p:sp>
            <p:nvSpPr>
              <p:cNvPr name="Freeform 42" id="42"/>
              <p:cNvSpPr/>
              <p:nvPr/>
            </p:nvSpPr>
            <p:spPr>
              <a:xfrm flipH="false" flipV="false" rot="0">
                <a:off x="0" y="0"/>
                <a:ext cx="812800" cy="711200"/>
              </a:xfrm>
              <a:custGeom>
                <a:avLst/>
                <a:gdLst/>
                <a:ahLst/>
                <a:cxnLst/>
                <a:rect r="r" b="b" t="t" l="l"/>
                <a:pathLst>
                  <a:path h="711200" w="812800">
                    <a:moveTo>
                      <a:pt x="406400" y="711200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11200"/>
                    </a:lnTo>
                    <a:close/>
                  </a:path>
                </a:pathLst>
              </a:custGeom>
              <a:solidFill>
                <a:srgbClr val="A5B4C7"/>
              </a:solidFill>
            </p:spPr>
          </p:sp>
          <p:sp>
            <p:nvSpPr>
              <p:cNvPr name="TextBox 43" id="43"/>
              <p:cNvSpPr txBox="true"/>
              <p:nvPr/>
            </p:nvSpPr>
            <p:spPr>
              <a:xfrm>
                <a:off x="127000" y="12700"/>
                <a:ext cx="558800" cy="3683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grpSp>
        <p:nvGrpSpPr>
          <p:cNvPr name="Group 44" id="44"/>
          <p:cNvGrpSpPr/>
          <p:nvPr/>
        </p:nvGrpSpPr>
        <p:grpSpPr>
          <a:xfrm rot="-10800000">
            <a:off x="-2304700" y="-378866"/>
            <a:ext cx="6666800" cy="4085592"/>
            <a:chOff x="0" y="0"/>
            <a:chExt cx="8889067" cy="5447455"/>
          </a:xfrm>
        </p:grpSpPr>
        <p:grpSp>
          <p:nvGrpSpPr>
            <p:cNvPr name="Group 45" id="45"/>
            <p:cNvGrpSpPr/>
            <p:nvPr/>
          </p:nvGrpSpPr>
          <p:grpSpPr>
            <a:xfrm rot="-10800000">
              <a:off x="2663403" y="0"/>
              <a:ext cx="6225663" cy="5447455"/>
              <a:chOff x="0" y="0"/>
              <a:chExt cx="812800" cy="711200"/>
            </a:xfrm>
          </p:grpSpPr>
          <p:sp>
            <p:nvSpPr>
              <p:cNvPr name="Freeform 46" id="46"/>
              <p:cNvSpPr/>
              <p:nvPr/>
            </p:nvSpPr>
            <p:spPr>
              <a:xfrm flipH="false" flipV="false" rot="0">
                <a:off x="0" y="0"/>
                <a:ext cx="812800" cy="711200"/>
              </a:xfrm>
              <a:custGeom>
                <a:avLst/>
                <a:gdLst/>
                <a:ahLst/>
                <a:cxnLst/>
                <a:rect r="r" b="b" t="t" l="l"/>
                <a:pathLst>
                  <a:path h="711200" w="812800">
                    <a:moveTo>
                      <a:pt x="406400" y="711200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11200"/>
                    </a:lnTo>
                    <a:close/>
                  </a:path>
                </a:pathLst>
              </a:custGeom>
              <a:solidFill>
                <a:srgbClr val="16598E"/>
              </a:solidFill>
            </p:spPr>
          </p:sp>
          <p:sp>
            <p:nvSpPr>
              <p:cNvPr name="TextBox 47" id="47"/>
              <p:cNvSpPr txBox="true"/>
              <p:nvPr/>
            </p:nvSpPr>
            <p:spPr>
              <a:xfrm>
                <a:off x="127000" y="12700"/>
                <a:ext cx="558800" cy="3683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48" id="48"/>
            <p:cNvGrpSpPr/>
            <p:nvPr/>
          </p:nvGrpSpPr>
          <p:grpSpPr>
            <a:xfrm rot="-10800000">
              <a:off x="0" y="3821268"/>
              <a:ext cx="5776235" cy="1261779"/>
              <a:chOff x="0" y="0"/>
              <a:chExt cx="1140985" cy="249240"/>
            </a:xfrm>
          </p:grpSpPr>
          <p:sp>
            <p:nvSpPr>
              <p:cNvPr name="Freeform 49" id="49"/>
              <p:cNvSpPr/>
              <p:nvPr/>
            </p:nvSpPr>
            <p:spPr>
              <a:xfrm flipH="false" flipV="false" rot="0">
                <a:off x="0" y="0"/>
                <a:ext cx="1140985" cy="249240"/>
              </a:xfrm>
              <a:custGeom>
                <a:avLst/>
                <a:gdLst/>
                <a:ahLst/>
                <a:cxnLst/>
                <a:rect r="r" b="b" t="t" l="l"/>
                <a:pathLst>
                  <a:path h="249240" w="1140985">
                    <a:moveTo>
                      <a:pt x="203200" y="0"/>
                    </a:moveTo>
                    <a:lnTo>
                      <a:pt x="1140985" y="0"/>
                    </a:lnTo>
                    <a:lnTo>
                      <a:pt x="937785" y="249240"/>
                    </a:lnTo>
                    <a:lnTo>
                      <a:pt x="0" y="24924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88A5C4"/>
              </a:solidFill>
            </p:spPr>
          </p:sp>
          <p:sp>
            <p:nvSpPr>
              <p:cNvPr name="TextBox 50" id="50"/>
              <p:cNvSpPr txBox="true"/>
              <p:nvPr/>
            </p:nvSpPr>
            <p:spPr>
              <a:xfrm>
                <a:off x="101600" y="-38100"/>
                <a:ext cx="937785" cy="28734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51" id="51"/>
            <p:cNvGrpSpPr/>
            <p:nvPr/>
          </p:nvGrpSpPr>
          <p:grpSpPr>
            <a:xfrm rot="-10800000">
              <a:off x="3094536" y="2203713"/>
              <a:ext cx="1551081" cy="1357196"/>
              <a:chOff x="0" y="0"/>
              <a:chExt cx="812800" cy="711200"/>
            </a:xfrm>
          </p:grpSpPr>
          <p:sp>
            <p:nvSpPr>
              <p:cNvPr name="Freeform 52" id="52"/>
              <p:cNvSpPr/>
              <p:nvPr/>
            </p:nvSpPr>
            <p:spPr>
              <a:xfrm flipH="false" flipV="false" rot="0">
                <a:off x="0" y="0"/>
                <a:ext cx="812800" cy="711200"/>
              </a:xfrm>
              <a:custGeom>
                <a:avLst/>
                <a:gdLst/>
                <a:ahLst/>
                <a:cxnLst/>
                <a:rect r="r" b="b" t="t" l="l"/>
                <a:pathLst>
                  <a:path h="711200" w="812800">
                    <a:moveTo>
                      <a:pt x="406400" y="711200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11200"/>
                    </a:lnTo>
                    <a:close/>
                  </a:path>
                </a:pathLst>
              </a:custGeom>
              <a:solidFill>
                <a:srgbClr val="A5B4C7"/>
              </a:solidFill>
            </p:spPr>
          </p:sp>
          <p:sp>
            <p:nvSpPr>
              <p:cNvPr name="TextBox 53" id="53"/>
              <p:cNvSpPr txBox="true"/>
              <p:nvPr/>
            </p:nvSpPr>
            <p:spPr>
              <a:xfrm>
                <a:off x="127000" y="12700"/>
                <a:ext cx="558800" cy="3683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sp>
        <p:nvSpPr>
          <p:cNvPr name="Freeform 54" id="54"/>
          <p:cNvSpPr/>
          <p:nvPr/>
        </p:nvSpPr>
        <p:spPr>
          <a:xfrm flipH="false" flipV="false" rot="0">
            <a:off x="6554802" y="2610246"/>
            <a:ext cx="5860852" cy="6020168"/>
          </a:xfrm>
          <a:custGeom>
            <a:avLst/>
            <a:gdLst/>
            <a:ahLst/>
            <a:cxnLst/>
            <a:rect r="r" b="b" t="t" l="l"/>
            <a:pathLst>
              <a:path h="6020168" w="5860852">
                <a:moveTo>
                  <a:pt x="0" y="0"/>
                </a:moveTo>
                <a:lnTo>
                  <a:pt x="5860852" y="0"/>
                </a:lnTo>
                <a:lnTo>
                  <a:pt x="5860852" y="6020168"/>
                </a:lnTo>
                <a:lnTo>
                  <a:pt x="0" y="602016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5000"/>
            </a:blip>
            <a:stretch>
              <a:fillRect l="-19583" t="-43365" r="-19583" b="-52970"/>
            </a:stretch>
          </a:blipFill>
        </p:spPr>
      </p:sp>
      <p:sp>
        <p:nvSpPr>
          <p:cNvPr name="TextBox 55" id="55"/>
          <p:cNvSpPr txBox="true"/>
          <p:nvPr/>
        </p:nvSpPr>
        <p:spPr>
          <a:xfrm rot="0">
            <a:off x="4749750" y="914400"/>
            <a:ext cx="8788500" cy="9588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99"/>
              </a:lnSpc>
              <a:spcBef>
                <a:spcPct val="0"/>
              </a:spcBef>
            </a:pPr>
            <a:r>
              <a:rPr lang="en-US" b="true" sz="5499">
                <a:solidFill>
                  <a:srgbClr val="16598E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IMPORTANT INSTRUCTIONS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1540473" y="2534046"/>
            <a:ext cx="15484333" cy="63836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2462" indent="-356231" lvl="1">
              <a:lnSpc>
                <a:spcPts val="4619"/>
              </a:lnSpc>
              <a:buFont typeface="Arial"/>
              <a:buChar char="•"/>
            </a:pPr>
            <a:r>
              <a:rPr lang="en-US" sz="3299">
                <a:solidFill>
                  <a:srgbClr val="16598E"/>
                </a:solidFill>
                <a:latin typeface="Garamond"/>
                <a:ea typeface="Garamond"/>
                <a:cs typeface="Garamond"/>
                <a:sym typeface="Garamond"/>
              </a:rPr>
              <a:t>Please ensure below pointers are met while submitting the Idea PPT:</a:t>
            </a:r>
          </a:p>
          <a:p>
            <a:pPr algn="l" marL="712462" indent="-356231" lvl="1">
              <a:lnSpc>
                <a:spcPts val="4619"/>
              </a:lnSpc>
              <a:buFont typeface="Arial"/>
              <a:buChar char="•"/>
            </a:pPr>
            <a:r>
              <a:rPr lang="en-US" sz="3299">
                <a:solidFill>
                  <a:srgbClr val="16598E"/>
                </a:solidFill>
                <a:latin typeface="Garamond"/>
                <a:ea typeface="Garamond"/>
                <a:cs typeface="Garamond"/>
                <a:sym typeface="Garamond"/>
              </a:rPr>
              <a:t> Kindly keep the maximum slides limit up to seven (7) (including the Hackathon name and title slide).</a:t>
            </a:r>
          </a:p>
          <a:p>
            <a:pPr algn="l" marL="712462" indent="-356231" lvl="1">
              <a:lnSpc>
                <a:spcPts val="4619"/>
              </a:lnSpc>
              <a:buFont typeface="Arial"/>
              <a:buChar char="•"/>
            </a:pPr>
            <a:r>
              <a:rPr lang="en-US" sz="3299">
                <a:solidFill>
                  <a:srgbClr val="16598E"/>
                </a:solidFill>
                <a:latin typeface="Garamond"/>
                <a:ea typeface="Garamond"/>
                <a:cs typeface="Garamond"/>
                <a:sym typeface="Garamond"/>
              </a:rPr>
              <a:t> Try to avoid paragraphs and present your idea in points / diagrams / infographics / flowcharts.</a:t>
            </a:r>
          </a:p>
          <a:p>
            <a:pPr algn="l" marL="712462" indent="-356231" lvl="1">
              <a:lnSpc>
                <a:spcPts val="4619"/>
              </a:lnSpc>
              <a:buFont typeface="Arial"/>
              <a:buChar char="•"/>
            </a:pPr>
            <a:r>
              <a:rPr lang="en-US" sz="3299">
                <a:solidFill>
                  <a:srgbClr val="16598E"/>
                </a:solidFill>
                <a:latin typeface="Garamond"/>
                <a:ea typeface="Garamond"/>
                <a:cs typeface="Garamond"/>
                <a:sym typeface="Garamond"/>
              </a:rPr>
              <a:t> Keep your explanation precise, technical, and easy to understand.</a:t>
            </a:r>
          </a:p>
          <a:p>
            <a:pPr algn="l" marL="712462" indent="-356231" lvl="1">
              <a:lnSpc>
                <a:spcPts val="4619"/>
              </a:lnSpc>
              <a:buFont typeface="Arial"/>
              <a:buChar char="•"/>
            </a:pPr>
            <a:r>
              <a:rPr lang="en-US" sz="3299">
                <a:solidFill>
                  <a:srgbClr val="16598E"/>
                </a:solidFill>
                <a:latin typeface="Garamond"/>
                <a:ea typeface="Garamond"/>
                <a:cs typeface="Garamond"/>
                <a:sym typeface="Garamond"/>
              </a:rPr>
              <a:t> Idea should be unique, novel, and clearly address the chosen problem statement.</a:t>
            </a:r>
          </a:p>
          <a:p>
            <a:pPr algn="l" marL="712462" indent="-356231" lvl="1">
              <a:lnSpc>
                <a:spcPts val="4619"/>
              </a:lnSpc>
              <a:buFont typeface="Arial"/>
              <a:buChar char="•"/>
            </a:pPr>
            <a:r>
              <a:rPr lang="en-US" sz="3299">
                <a:solidFill>
                  <a:srgbClr val="16598E"/>
                </a:solidFill>
                <a:latin typeface="Garamond"/>
                <a:ea typeface="Garamond"/>
                <a:cs typeface="Garamond"/>
                <a:sym typeface="Garamond"/>
              </a:rPr>
              <a:t> Strictly adhere to the given slide order and sub-headings without altering the core structure.</a:t>
            </a:r>
          </a:p>
          <a:p>
            <a:pPr algn="l" marL="712462" indent="-356231" lvl="1">
              <a:lnSpc>
                <a:spcPts val="4619"/>
              </a:lnSpc>
              <a:buFont typeface="Arial"/>
              <a:buChar char="•"/>
            </a:pPr>
            <a:r>
              <a:rPr lang="en-US" sz="3299">
                <a:solidFill>
                  <a:srgbClr val="16598E"/>
                </a:solidFill>
                <a:latin typeface="Garamond"/>
                <a:ea typeface="Garamond"/>
                <a:cs typeface="Garamond"/>
                <a:sym typeface="Garamond"/>
              </a:rPr>
              <a:t>Use TEAM ID Only</a:t>
            </a:r>
          </a:p>
          <a:p>
            <a:pPr algn="l">
              <a:lnSpc>
                <a:spcPts val="4619"/>
              </a:lnSpc>
            </a:pPr>
            <a:r>
              <a:rPr lang="en-US" b="true" sz="3299">
                <a:solidFill>
                  <a:srgbClr val="16598E"/>
                </a:solidFill>
                <a:latin typeface="Garamond Bold"/>
                <a:ea typeface="Garamond Bold"/>
                <a:cs typeface="Garamond Bold"/>
                <a:sym typeface="Garamond Bold"/>
              </a:rPr>
              <a:t>Note</a:t>
            </a:r>
            <a:r>
              <a:rPr lang="en-US" sz="3299">
                <a:solidFill>
                  <a:srgbClr val="16598E"/>
                </a:solidFill>
                <a:latin typeface="Garamond"/>
                <a:ea typeface="Garamond"/>
                <a:cs typeface="Garamond"/>
                <a:sym typeface="Garamond"/>
              </a:rPr>
              <a:t>: You can delete this slide (Important Instructions) before final submission on the portal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DAHUtnVFVn0</dc:identifier>
  <dcterms:modified xsi:type="dcterms:W3CDTF">2011-08-01T06:04:30Z</dcterms:modified>
  <cp:revision>1</cp:revision>
  <dc:title>HACKCONQUEST HACKATHON_</dc:title>
</cp:coreProperties>
</file>